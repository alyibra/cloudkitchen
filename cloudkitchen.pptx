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69" r:id="rId4"/>
    <p:sldId id="277" r:id="rId5"/>
    <p:sldId id="276" r:id="rId6"/>
    <p:sldId id="270" r:id="rId7"/>
    <p:sldId id="272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9EDD7-1016-E1BF-E566-2048D5C14A6F}" v="71" dt="2026-03-16T22:47:22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7D1DE9-E180-4D35-BE7A-C75A9435448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21FE4C-FBE1-40A4-97C2-AE39BFDD26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Current Pain Points</a:t>
          </a:r>
          <a:r>
            <a:rPr lang="en-US"/>
            <a:t>:</a:t>
          </a:r>
        </a:p>
      </dgm:t>
    </dgm:pt>
    <dgm:pt modelId="{FDE82F76-0F98-4D35-9E66-2D15B7CCC56C}" type="parTrans" cxnId="{5B537530-1C9D-4933-9FCA-B1AC77C6142C}">
      <dgm:prSet/>
      <dgm:spPr/>
      <dgm:t>
        <a:bodyPr/>
        <a:lstStyle/>
        <a:p>
          <a:endParaRPr lang="en-US"/>
        </a:p>
      </dgm:t>
    </dgm:pt>
    <dgm:pt modelId="{15712733-11A8-4CC9-8276-CB9101666046}" type="sibTrans" cxnId="{5B537530-1C9D-4933-9FCA-B1AC77C6142C}">
      <dgm:prSet/>
      <dgm:spPr/>
      <dgm:t>
        <a:bodyPr/>
        <a:lstStyle/>
        <a:p>
          <a:endParaRPr lang="en-US"/>
        </a:p>
      </dgm:t>
    </dgm:pt>
    <dgm:pt modelId="{40846F8C-118E-461A-AB0B-9CAF9FFAAB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Long cafeteria lines during peak hours</a:t>
          </a:r>
        </a:p>
      </dgm:t>
    </dgm:pt>
    <dgm:pt modelId="{EFF804A4-B044-48CE-AD0D-4C5EEB7E45EF}" type="parTrans" cxnId="{D117E982-ACA9-4870-A4DA-605C9A6CEEC4}">
      <dgm:prSet/>
      <dgm:spPr/>
      <dgm:t>
        <a:bodyPr/>
        <a:lstStyle/>
        <a:p>
          <a:endParaRPr lang="en-US"/>
        </a:p>
      </dgm:t>
    </dgm:pt>
    <dgm:pt modelId="{BEA51741-5145-47E5-9D7A-DF30B6453B13}" type="sibTrans" cxnId="{D117E982-ACA9-4870-A4DA-605C9A6CEEC4}">
      <dgm:prSet/>
      <dgm:spPr/>
      <dgm:t>
        <a:bodyPr/>
        <a:lstStyle/>
        <a:p>
          <a:endParaRPr lang="en-US"/>
        </a:p>
      </dgm:t>
    </dgm:pt>
    <dgm:pt modelId="{DA8A7480-539A-4F85-84C7-1058924DB1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food options after class hours</a:t>
          </a:r>
        </a:p>
      </dgm:t>
    </dgm:pt>
    <dgm:pt modelId="{0F106960-147E-44E7-990F-E0FCAD6151D8}" type="parTrans" cxnId="{6D184111-42BD-4BEE-B985-333F9F46F290}">
      <dgm:prSet/>
      <dgm:spPr/>
      <dgm:t>
        <a:bodyPr/>
        <a:lstStyle/>
        <a:p>
          <a:endParaRPr lang="en-US"/>
        </a:p>
      </dgm:t>
    </dgm:pt>
    <dgm:pt modelId="{F9134C1B-AFF2-4929-B5E2-19818FECF713}" type="sibTrans" cxnId="{6D184111-42BD-4BEE-B985-333F9F46F290}">
      <dgm:prSet/>
      <dgm:spPr/>
      <dgm:t>
        <a:bodyPr/>
        <a:lstStyle/>
        <a:p>
          <a:endParaRPr lang="en-US"/>
        </a:p>
      </dgm:t>
    </dgm:pt>
    <dgm:pt modelId="{50DB4E95-4035-4014-AD04-94A2CB9DE8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centralized tracking for delivery orders</a:t>
          </a:r>
        </a:p>
      </dgm:t>
    </dgm:pt>
    <dgm:pt modelId="{7BCB937F-BD62-46CD-8CF9-5E640BF221C4}" type="parTrans" cxnId="{883B7BB6-6FE7-4CF7-9161-2E4836C682B2}">
      <dgm:prSet/>
      <dgm:spPr/>
      <dgm:t>
        <a:bodyPr/>
        <a:lstStyle/>
        <a:p>
          <a:endParaRPr lang="en-US"/>
        </a:p>
      </dgm:t>
    </dgm:pt>
    <dgm:pt modelId="{B4D92E03-6BBA-4AF9-851F-A1E9BCB3CC42}" type="sibTrans" cxnId="{883B7BB6-6FE7-4CF7-9161-2E4836C682B2}">
      <dgm:prSet/>
      <dgm:spPr/>
      <dgm:t>
        <a:bodyPr/>
        <a:lstStyle/>
        <a:p>
          <a:endParaRPr lang="en-US"/>
        </a:p>
      </dgm:t>
    </dgm:pt>
    <dgm:pt modelId="{5C4C290E-C77C-4E83-980C-6499A715E8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Cash-only systems in dorms</a:t>
          </a:r>
        </a:p>
      </dgm:t>
    </dgm:pt>
    <dgm:pt modelId="{58A57532-5384-4CEC-9CF1-BF7DC1EAD0DA}" type="parTrans" cxnId="{4A1D8ADD-F7A1-4C6F-AC08-725EB3CE0C56}">
      <dgm:prSet/>
      <dgm:spPr/>
      <dgm:t>
        <a:bodyPr/>
        <a:lstStyle/>
        <a:p>
          <a:endParaRPr lang="en-US"/>
        </a:p>
      </dgm:t>
    </dgm:pt>
    <dgm:pt modelId="{1575CA2E-AD71-41F1-B630-94C98CC57108}" type="sibTrans" cxnId="{4A1D8ADD-F7A1-4C6F-AC08-725EB3CE0C56}">
      <dgm:prSet/>
      <dgm:spPr/>
      <dgm:t>
        <a:bodyPr/>
        <a:lstStyle/>
        <a:p>
          <a:endParaRPr lang="en-US"/>
        </a:p>
      </dgm:t>
    </dgm:pt>
    <dgm:pt modelId="{A46F95A6-1486-4B85-84BE-E556D7F0A8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Our Solution</a:t>
          </a:r>
          <a:r>
            <a:rPr lang="en-US"/>
            <a:t>: </a:t>
          </a:r>
        </a:p>
      </dgm:t>
    </dgm:pt>
    <dgm:pt modelId="{4E81FCA2-2020-4678-B29A-817236EEB21E}" type="parTrans" cxnId="{25C730A3-74F4-4AA1-9F64-4393F060BEBE}">
      <dgm:prSet/>
      <dgm:spPr/>
      <dgm:t>
        <a:bodyPr/>
        <a:lstStyle/>
        <a:p>
          <a:endParaRPr lang="en-US"/>
        </a:p>
      </dgm:t>
    </dgm:pt>
    <dgm:pt modelId="{D12E9BD6-07DB-4DDB-AD78-0CA04ADBA0B0}" type="sibTrans" cxnId="{25C730A3-74F4-4AA1-9F64-4393F060BEBE}">
      <dgm:prSet/>
      <dgm:spPr/>
      <dgm:t>
        <a:bodyPr/>
        <a:lstStyle/>
        <a:p>
          <a:endParaRPr lang="en-US"/>
        </a:p>
      </dgm:t>
    </dgm:pt>
    <dgm:pt modelId="{92E04D12-86E0-45F5-A2BE-5B01A996C3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On-demand food delivery</a:t>
          </a:r>
          <a:br>
            <a:rPr lang="en-US"/>
          </a:br>
          <a:r>
            <a:rPr lang="en-US"/>
            <a:t> Digital payment integration</a:t>
          </a:r>
          <a:br>
            <a:rPr lang="en-US"/>
          </a:br>
          <a:r>
            <a:rPr lang="en-US"/>
            <a:t> Real-time order tracking</a:t>
          </a:r>
        </a:p>
      </dgm:t>
    </dgm:pt>
    <dgm:pt modelId="{837C6D7D-6E16-406C-B9C6-5A774AAF571D}" type="parTrans" cxnId="{910488B4-DB34-466B-A679-9B0AD13390A9}">
      <dgm:prSet/>
      <dgm:spPr/>
      <dgm:t>
        <a:bodyPr/>
        <a:lstStyle/>
        <a:p>
          <a:endParaRPr lang="en-US"/>
        </a:p>
      </dgm:t>
    </dgm:pt>
    <dgm:pt modelId="{21068CE5-ED45-4FC0-8F1E-9CBC0FE37E82}" type="sibTrans" cxnId="{910488B4-DB34-466B-A679-9B0AD13390A9}">
      <dgm:prSet/>
      <dgm:spPr/>
      <dgm:t>
        <a:bodyPr/>
        <a:lstStyle/>
        <a:p>
          <a:endParaRPr lang="en-US"/>
        </a:p>
      </dgm:t>
    </dgm:pt>
    <dgm:pt modelId="{78FDE929-A268-4B3C-9B23-A5F2BB9B3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Digital receipts</a:t>
          </a:r>
        </a:p>
      </dgm:t>
    </dgm:pt>
    <dgm:pt modelId="{E8173E32-65CC-41A5-B563-18FCD94FDF66}" type="parTrans" cxnId="{197C9014-59B1-41D8-9A78-096262888DF3}">
      <dgm:prSet/>
      <dgm:spPr/>
      <dgm:t>
        <a:bodyPr/>
        <a:lstStyle/>
        <a:p>
          <a:endParaRPr lang="en-US"/>
        </a:p>
      </dgm:t>
    </dgm:pt>
    <dgm:pt modelId="{8927D629-6D05-42D4-BCC8-70DEF5085B1B}" type="sibTrans" cxnId="{197C9014-59B1-41D8-9A78-096262888DF3}">
      <dgm:prSet/>
      <dgm:spPr/>
      <dgm:t>
        <a:bodyPr/>
        <a:lstStyle/>
        <a:p>
          <a:endParaRPr lang="en-US"/>
        </a:p>
      </dgm:t>
    </dgm:pt>
    <dgm:pt modelId="{190D3637-3839-42FE-9131-9141B241418B}" type="pres">
      <dgm:prSet presAssocID="{2C7D1DE9-E180-4D35-BE7A-C75A94354486}" presName="root" presStyleCnt="0">
        <dgm:presLayoutVars>
          <dgm:dir/>
          <dgm:resizeHandles val="exact"/>
        </dgm:presLayoutVars>
      </dgm:prSet>
      <dgm:spPr/>
    </dgm:pt>
    <dgm:pt modelId="{FC0EA1B5-232C-4F70-8F3C-6C255D933800}" type="pres">
      <dgm:prSet presAssocID="{9521FE4C-FBE1-40A4-97C2-AE39BFDD26E9}" presName="compNode" presStyleCnt="0"/>
      <dgm:spPr/>
    </dgm:pt>
    <dgm:pt modelId="{A29A7422-3DE5-4D2E-9F9B-AD54A20102A2}" type="pres">
      <dgm:prSet presAssocID="{9521FE4C-FBE1-40A4-97C2-AE39BFDD26E9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C95FBA95-C233-4D77-89F6-C083BAC6127B}" type="pres">
      <dgm:prSet presAssocID="{9521FE4C-FBE1-40A4-97C2-AE39BFDD26E9}" presName="spaceRect" presStyleCnt="0"/>
      <dgm:spPr/>
    </dgm:pt>
    <dgm:pt modelId="{A4FBD03B-C888-4B29-90DF-0315BB45476C}" type="pres">
      <dgm:prSet presAssocID="{9521FE4C-FBE1-40A4-97C2-AE39BFDD26E9}" presName="textRect" presStyleLbl="revTx" presStyleIdx="0" presStyleCnt="8">
        <dgm:presLayoutVars>
          <dgm:chMax val="1"/>
          <dgm:chPref val="1"/>
        </dgm:presLayoutVars>
      </dgm:prSet>
      <dgm:spPr/>
    </dgm:pt>
    <dgm:pt modelId="{89B84CF4-F0EC-4CD5-AC0E-02973AB452EB}" type="pres">
      <dgm:prSet presAssocID="{15712733-11A8-4CC9-8276-CB9101666046}" presName="sibTrans" presStyleCnt="0"/>
      <dgm:spPr/>
    </dgm:pt>
    <dgm:pt modelId="{0C366FC6-F0F5-4C66-9EC1-997B2B732184}" type="pres">
      <dgm:prSet presAssocID="{40846F8C-118E-461A-AB0B-9CAF9FFAABA8}" presName="compNode" presStyleCnt="0"/>
      <dgm:spPr/>
    </dgm:pt>
    <dgm:pt modelId="{A249054D-1FB7-41CB-AC1C-391C72F730FC}" type="pres">
      <dgm:prSet presAssocID="{40846F8C-118E-461A-AB0B-9CAF9FFAABA8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7FB22AA7-414B-4E08-9995-B894D036E27D}" type="pres">
      <dgm:prSet presAssocID="{40846F8C-118E-461A-AB0B-9CAF9FFAABA8}" presName="spaceRect" presStyleCnt="0"/>
      <dgm:spPr/>
    </dgm:pt>
    <dgm:pt modelId="{97BAB5D1-0157-4E2F-AC2A-FA2873147C40}" type="pres">
      <dgm:prSet presAssocID="{40846F8C-118E-461A-AB0B-9CAF9FFAABA8}" presName="textRect" presStyleLbl="revTx" presStyleIdx="1" presStyleCnt="8">
        <dgm:presLayoutVars>
          <dgm:chMax val="1"/>
          <dgm:chPref val="1"/>
        </dgm:presLayoutVars>
      </dgm:prSet>
      <dgm:spPr/>
    </dgm:pt>
    <dgm:pt modelId="{67CA1ED1-7839-4E1A-A0D0-74B4C7A4AD66}" type="pres">
      <dgm:prSet presAssocID="{BEA51741-5145-47E5-9D7A-DF30B6453B13}" presName="sibTrans" presStyleCnt="0"/>
      <dgm:spPr/>
    </dgm:pt>
    <dgm:pt modelId="{0850F26D-AA99-47FA-904F-AE80D7101761}" type="pres">
      <dgm:prSet presAssocID="{DA8A7480-539A-4F85-84C7-1058924DB135}" presName="compNode" presStyleCnt="0"/>
      <dgm:spPr/>
    </dgm:pt>
    <dgm:pt modelId="{B8D82780-C6A6-49B1-8B80-7C3EDD0F5FFE}" type="pres">
      <dgm:prSet presAssocID="{DA8A7480-539A-4F85-84C7-1058924DB135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D705B981-83C2-4AB4-8BCF-1F5D81570F90}" type="pres">
      <dgm:prSet presAssocID="{DA8A7480-539A-4F85-84C7-1058924DB135}" presName="spaceRect" presStyleCnt="0"/>
      <dgm:spPr/>
    </dgm:pt>
    <dgm:pt modelId="{6BAAC54D-11E4-4DA8-97FA-D34A7CB8BB87}" type="pres">
      <dgm:prSet presAssocID="{DA8A7480-539A-4F85-84C7-1058924DB135}" presName="textRect" presStyleLbl="revTx" presStyleIdx="2" presStyleCnt="8">
        <dgm:presLayoutVars>
          <dgm:chMax val="1"/>
          <dgm:chPref val="1"/>
        </dgm:presLayoutVars>
      </dgm:prSet>
      <dgm:spPr/>
    </dgm:pt>
    <dgm:pt modelId="{B0759D1C-E5A8-4391-856B-3D7A0CAEB289}" type="pres">
      <dgm:prSet presAssocID="{F9134C1B-AFF2-4929-B5E2-19818FECF713}" presName="sibTrans" presStyleCnt="0"/>
      <dgm:spPr/>
    </dgm:pt>
    <dgm:pt modelId="{933236C5-1BE1-4330-968B-C12A79A20343}" type="pres">
      <dgm:prSet presAssocID="{50DB4E95-4035-4014-AD04-94A2CB9DE8C1}" presName="compNode" presStyleCnt="0"/>
      <dgm:spPr/>
    </dgm:pt>
    <dgm:pt modelId="{4EA2878C-07A0-41A0-93C0-3A3A4E4AFFC3}" type="pres">
      <dgm:prSet presAssocID="{50DB4E95-4035-4014-AD04-94A2CB9DE8C1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09FA31C8-A58D-446C-917F-D9F98E7830DD}" type="pres">
      <dgm:prSet presAssocID="{50DB4E95-4035-4014-AD04-94A2CB9DE8C1}" presName="spaceRect" presStyleCnt="0"/>
      <dgm:spPr/>
    </dgm:pt>
    <dgm:pt modelId="{DFE099CE-0C4F-442E-ABBC-FDB9D47A68E2}" type="pres">
      <dgm:prSet presAssocID="{50DB4E95-4035-4014-AD04-94A2CB9DE8C1}" presName="textRect" presStyleLbl="revTx" presStyleIdx="3" presStyleCnt="8">
        <dgm:presLayoutVars>
          <dgm:chMax val="1"/>
          <dgm:chPref val="1"/>
        </dgm:presLayoutVars>
      </dgm:prSet>
      <dgm:spPr/>
    </dgm:pt>
    <dgm:pt modelId="{B7A99C11-D531-473E-82C4-F7831A7C3BEB}" type="pres">
      <dgm:prSet presAssocID="{B4D92E03-6BBA-4AF9-851F-A1E9BCB3CC42}" presName="sibTrans" presStyleCnt="0"/>
      <dgm:spPr/>
    </dgm:pt>
    <dgm:pt modelId="{7E768446-566C-49E4-9972-32B593CB69A9}" type="pres">
      <dgm:prSet presAssocID="{5C4C290E-C77C-4E83-980C-6499A715E809}" presName="compNode" presStyleCnt="0"/>
      <dgm:spPr/>
    </dgm:pt>
    <dgm:pt modelId="{B7657C89-12DF-4BB9-91AA-025678D8F53D}" type="pres">
      <dgm:prSet presAssocID="{5C4C290E-C77C-4E83-980C-6499A715E809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31171BB-FFBD-4E49-BAC3-A552EAA55078}" type="pres">
      <dgm:prSet presAssocID="{5C4C290E-C77C-4E83-980C-6499A715E809}" presName="spaceRect" presStyleCnt="0"/>
      <dgm:spPr/>
    </dgm:pt>
    <dgm:pt modelId="{7D3D4611-C8F0-4FFA-AEF6-90D0681843D1}" type="pres">
      <dgm:prSet presAssocID="{5C4C290E-C77C-4E83-980C-6499A715E809}" presName="textRect" presStyleLbl="revTx" presStyleIdx="4" presStyleCnt="8">
        <dgm:presLayoutVars>
          <dgm:chMax val="1"/>
          <dgm:chPref val="1"/>
        </dgm:presLayoutVars>
      </dgm:prSet>
      <dgm:spPr/>
    </dgm:pt>
    <dgm:pt modelId="{CF67E84F-045D-4ACC-B095-40FCFE466305}" type="pres">
      <dgm:prSet presAssocID="{1575CA2E-AD71-41F1-B630-94C98CC57108}" presName="sibTrans" presStyleCnt="0"/>
      <dgm:spPr/>
    </dgm:pt>
    <dgm:pt modelId="{13234C5F-24C7-4498-A68F-1C1DD145DE2C}" type="pres">
      <dgm:prSet presAssocID="{A46F95A6-1486-4B85-84BE-E556D7F0A868}" presName="compNode" presStyleCnt="0"/>
      <dgm:spPr/>
    </dgm:pt>
    <dgm:pt modelId="{D46E4814-8D44-43B7-A0BA-BA88B24F2312}" type="pres">
      <dgm:prSet presAssocID="{A46F95A6-1486-4B85-84BE-E556D7F0A868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147F7257-531D-4DF7-81A3-A470613192BF}" type="pres">
      <dgm:prSet presAssocID="{A46F95A6-1486-4B85-84BE-E556D7F0A868}" presName="spaceRect" presStyleCnt="0"/>
      <dgm:spPr/>
    </dgm:pt>
    <dgm:pt modelId="{B911A507-DF3B-48EF-AE55-25F3176CEC22}" type="pres">
      <dgm:prSet presAssocID="{A46F95A6-1486-4B85-84BE-E556D7F0A868}" presName="textRect" presStyleLbl="revTx" presStyleIdx="5" presStyleCnt="8">
        <dgm:presLayoutVars>
          <dgm:chMax val="1"/>
          <dgm:chPref val="1"/>
        </dgm:presLayoutVars>
      </dgm:prSet>
      <dgm:spPr/>
    </dgm:pt>
    <dgm:pt modelId="{5A8450D9-4C12-466F-A265-7DB7FA527776}" type="pres">
      <dgm:prSet presAssocID="{D12E9BD6-07DB-4DDB-AD78-0CA04ADBA0B0}" presName="sibTrans" presStyleCnt="0"/>
      <dgm:spPr/>
    </dgm:pt>
    <dgm:pt modelId="{4C3756DC-73DD-47D8-B963-7702EE024E5D}" type="pres">
      <dgm:prSet presAssocID="{92E04D12-86E0-45F5-A2BE-5B01A996C34A}" presName="compNode" presStyleCnt="0"/>
      <dgm:spPr/>
    </dgm:pt>
    <dgm:pt modelId="{09ACCD55-001A-4173-8FB0-11F1094BA233}" type="pres">
      <dgm:prSet presAssocID="{92E04D12-86E0-45F5-A2BE-5B01A996C34A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0909BF94-D046-4262-9D96-787652C50458}" type="pres">
      <dgm:prSet presAssocID="{92E04D12-86E0-45F5-A2BE-5B01A996C34A}" presName="spaceRect" presStyleCnt="0"/>
      <dgm:spPr/>
    </dgm:pt>
    <dgm:pt modelId="{56B9A8C3-A801-470F-9132-7D1D8B367B92}" type="pres">
      <dgm:prSet presAssocID="{92E04D12-86E0-45F5-A2BE-5B01A996C34A}" presName="textRect" presStyleLbl="revTx" presStyleIdx="6" presStyleCnt="8">
        <dgm:presLayoutVars>
          <dgm:chMax val="1"/>
          <dgm:chPref val="1"/>
        </dgm:presLayoutVars>
      </dgm:prSet>
      <dgm:spPr/>
    </dgm:pt>
    <dgm:pt modelId="{83C08B25-5B1C-4CEF-AE74-9A7DBFBAB6E1}" type="pres">
      <dgm:prSet presAssocID="{21068CE5-ED45-4FC0-8F1E-9CBC0FE37E82}" presName="sibTrans" presStyleCnt="0"/>
      <dgm:spPr/>
    </dgm:pt>
    <dgm:pt modelId="{A958B9BB-A6C9-4403-B1EA-D88B6D3DFDEC}" type="pres">
      <dgm:prSet presAssocID="{78FDE929-A268-4B3C-9B23-A5F2BB9B3C05}" presName="compNode" presStyleCnt="0"/>
      <dgm:spPr/>
    </dgm:pt>
    <dgm:pt modelId="{1BD741FA-D9F8-4CC4-9C6E-97D8CA10F88C}" type="pres">
      <dgm:prSet presAssocID="{78FDE929-A268-4B3C-9B23-A5F2BB9B3C05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055A314-9E54-4952-9303-D779E6D4EA96}" type="pres">
      <dgm:prSet presAssocID="{78FDE929-A268-4B3C-9B23-A5F2BB9B3C05}" presName="spaceRect" presStyleCnt="0"/>
      <dgm:spPr/>
    </dgm:pt>
    <dgm:pt modelId="{20E71F86-34CC-476C-B57A-B80F56E0B2F8}" type="pres">
      <dgm:prSet presAssocID="{78FDE929-A268-4B3C-9B23-A5F2BB9B3C0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D184111-42BD-4BEE-B985-333F9F46F290}" srcId="{2C7D1DE9-E180-4D35-BE7A-C75A94354486}" destId="{DA8A7480-539A-4F85-84C7-1058924DB135}" srcOrd="2" destOrd="0" parTransId="{0F106960-147E-44E7-990F-E0FCAD6151D8}" sibTransId="{F9134C1B-AFF2-4929-B5E2-19818FECF713}"/>
    <dgm:cxn modelId="{197C9014-59B1-41D8-9A78-096262888DF3}" srcId="{2C7D1DE9-E180-4D35-BE7A-C75A94354486}" destId="{78FDE929-A268-4B3C-9B23-A5F2BB9B3C05}" srcOrd="7" destOrd="0" parTransId="{E8173E32-65CC-41A5-B563-18FCD94FDF66}" sibTransId="{8927D629-6D05-42D4-BCC8-70DEF5085B1B}"/>
    <dgm:cxn modelId="{E724BB17-244C-4E68-99B9-A5149C575785}" type="presOf" srcId="{78FDE929-A268-4B3C-9B23-A5F2BB9B3C05}" destId="{20E71F86-34CC-476C-B57A-B80F56E0B2F8}" srcOrd="0" destOrd="0" presId="urn:microsoft.com/office/officeart/2018/2/layout/IconLabelList"/>
    <dgm:cxn modelId="{80107D2A-FBC0-44EB-8ACC-7DA2F9A00815}" type="presOf" srcId="{5C4C290E-C77C-4E83-980C-6499A715E809}" destId="{7D3D4611-C8F0-4FFA-AEF6-90D0681843D1}" srcOrd="0" destOrd="0" presId="urn:microsoft.com/office/officeart/2018/2/layout/IconLabelList"/>
    <dgm:cxn modelId="{5B537530-1C9D-4933-9FCA-B1AC77C6142C}" srcId="{2C7D1DE9-E180-4D35-BE7A-C75A94354486}" destId="{9521FE4C-FBE1-40A4-97C2-AE39BFDD26E9}" srcOrd="0" destOrd="0" parTransId="{FDE82F76-0F98-4D35-9E66-2D15B7CCC56C}" sibTransId="{15712733-11A8-4CC9-8276-CB9101666046}"/>
    <dgm:cxn modelId="{2E7AF379-5872-403F-AA25-F8727F03F304}" type="presOf" srcId="{A46F95A6-1486-4B85-84BE-E556D7F0A868}" destId="{B911A507-DF3B-48EF-AE55-25F3176CEC22}" srcOrd="0" destOrd="0" presId="urn:microsoft.com/office/officeart/2018/2/layout/IconLabelList"/>
    <dgm:cxn modelId="{D117E982-ACA9-4870-A4DA-605C9A6CEEC4}" srcId="{2C7D1DE9-E180-4D35-BE7A-C75A94354486}" destId="{40846F8C-118E-461A-AB0B-9CAF9FFAABA8}" srcOrd="1" destOrd="0" parTransId="{EFF804A4-B044-48CE-AD0D-4C5EEB7E45EF}" sibTransId="{BEA51741-5145-47E5-9D7A-DF30B6453B13}"/>
    <dgm:cxn modelId="{6EA8B68E-2BB6-4A64-9D92-EB932D1611B7}" type="presOf" srcId="{92E04D12-86E0-45F5-A2BE-5B01A996C34A}" destId="{56B9A8C3-A801-470F-9132-7D1D8B367B92}" srcOrd="0" destOrd="0" presId="urn:microsoft.com/office/officeart/2018/2/layout/IconLabelList"/>
    <dgm:cxn modelId="{25C730A3-74F4-4AA1-9F64-4393F060BEBE}" srcId="{2C7D1DE9-E180-4D35-BE7A-C75A94354486}" destId="{A46F95A6-1486-4B85-84BE-E556D7F0A868}" srcOrd="5" destOrd="0" parTransId="{4E81FCA2-2020-4678-B29A-817236EEB21E}" sibTransId="{D12E9BD6-07DB-4DDB-AD78-0CA04ADBA0B0}"/>
    <dgm:cxn modelId="{C42830A5-39A4-4A4B-AB5E-B5329D070D02}" type="presOf" srcId="{40846F8C-118E-461A-AB0B-9CAF9FFAABA8}" destId="{97BAB5D1-0157-4E2F-AC2A-FA2873147C40}" srcOrd="0" destOrd="0" presId="urn:microsoft.com/office/officeart/2018/2/layout/IconLabelList"/>
    <dgm:cxn modelId="{45E3EFB0-52A6-4721-B71E-ED30FD39361B}" type="presOf" srcId="{2C7D1DE9-E180-4D35-BE7A-C75A94354486}" destId="{190D3637-3839-42FE-9131-9141B241418B}" srcOrd="0" destOrd="0" presId="urn:microsoft.com/office/officeart/2018/2/layout/IconLabelList"/>
    <dgm:cxn modelId="{910488B4-DB34-466B-A679-9B0AD13390A9}" srcId="{2C7D1DE9-E180-4D35-BE7A-C75A94354486}" destId="{92E04D12-86E0-45F5-A2BE-5B01A996C34A}" srcOrd="6" destOrd="0" parTransId="{837C6D7D-6E16-406C-B9C6-5A774AAF571D}" sibTransId="{21068CE5-ED45-4FC0-8F1E-9CBC0FE37E82}"/>
    <dgm:cxn modelId="{883B7BB6-6FE7-4CF7-9161-2E4836C682B2}" srcId="{2C7D1DE9-E180-4D35-BE7A-C75A94354486}" destId="{50DB4E95-4035-4014-AD04-94A2CB9DE8C1}" srcOrd="3" destOrd="0" parTransId="{7BCB937F-BD62-46CD-8CF9-5E640BF221C4}" sibTransId="{B4D92E03-6BBA-4AF9-851F-A1E9BCB3CC42}"/>
    <dgm:cxn modelId="{26114EB7-4BEE-46B2-B5F5-5E73A0DBCA7B}" type="presOf" srcId="{50DB4E95-4035-4014-AD04-94A2CB9DE8C1}" destId="{DFE099CE-0C4F-442E-ABBC-FDB9D47A68E2}" srcOrd="0" destOrd="0" presId="urn:microsoft.com/office/officeart/2018/2/layout/IconLabelList"/>
    <dgm:cxn modelId="{05AABAC5-7D94-48D9-A8D4-E2403555E90D}" type="presOf" srcId="{DA8A7480-539A-4F85-84C7-1058924DB135}" destId="{6BAAC54D-11E4-4DA8-97FA-D34A7CB8BB87}" srcOrd="0" destOrd="0" presId="urn:microsoft.com/office/officeart/2018/2/layout/IconLabelList"/>
    <dgm:cxn modelId="{AB2C43D6-B3A7-4EF1-B37F-5FC398787AD4}" type="presOf" srcId="{9521FE4C-FBE1-40A4-97C2-AE39BFDD26E9}" destId="{A4FBD03B-C888-4B29-90DF-0315BB45476C}" srcOrd="0" destOrd="0" presId="urn:microsoft.com/office/officeart/2018/2/layout/IconLabelList"/>
    <dgm:cxn modelId="{4A1D8ADD-F7A1-4C6F-AC08-725EB3CE0C56}" srcId="{2C7D1DE9-E180-4D35-BE7A-C75A94354486}" destId="{5C4C290E-C77C-4E83-980C-6499A715E809}" srcOrd="4" destOrd="0" parTransId="{58A57532-5384-4CEC-9CF1-BF7DC1EAD0DA}" sibTransId="{1575CA2E-AD71-41F1-B630-94C98CC57108}"/>
    <dgm:cxn modelId="{C277497C-1EDE-4F9E-8F32-6408575B13AE}" type="presParOf" srcId="{190D3637-3839-42FE-9131-9141B241418B}" destId="{FC0EA1B5-232C-4F70-8F3C-6C255D933800}" srcOrd="0" destOrd="0" presId="urn:microsoft.com/office/officeart/2018/2/layout/IconLabelList"/>
    <dgm:cxn modelId="{49E5E3B8-0613-4CFA-9425-0EFAEDE67F16}" type="presParOf" srcId="{FC0EA1B5-232C-4F70-8F3C-6C255D933800}" destId="{A29A7422-3DE5-4D2E-9F9B-AD54A20102A2}" srcOrd="0" destOrd="0" presId="urn:microsoft.com/office/officeart/2018/2/layout/IconLabelList"/>
    <dgm:cxn modelId="{F6D38C7C-F45E-441A-8E6E-4A68C24524A0}" type="presParOf" srcId="{FC0EA1B5-232C-4F70-8F3C-6C255D933800}" destId="{C95FBA95-C233-4D77-89F6-C083BAC6127B}" srcOrd="1" destOrd="0" presId="urn:microsoft.com/office/officeart/2018/2/layout/IconLabelList"/>
    <dgm:cxn modelId="{8DAE51C3-B123-4631-9722-C5E3234100C3}" type="presParOf" srcId="{FC0EA1B5-232C-4F70-8F3C-6C255D933800}" destId="{A4FBD03B-C888-4B29-90DF-0315BB45476C}" srcOrd="2" destOrd="0" presId="urn:microsoft.com/office/officeart/2018/2/layout/IconLabelList"/>
    <dgm:cxn modelId="{E6CA35D0-DCCA-4D34-A745-83599EFEBEF6}" type="presParOf" srcId="{190D3637-3839-42FE-9131-9141B241418B}" destId="{89B84CF4-F0EC-4CD5-AC0E-02973AB452EB}" srcOrd="1" destOrd="0" presId="urn:microsoft.com/office/officeart/2018/2/layout/IconLabelList"/>
    <dgm:cxn modelId="{DC4BE88D-D981-4261-9216-E74807DE3A19}" type="presParOf" srcId="{190D3637-3839-42FE-9131-9141B241418B}" destId="{0C366FC6-F0F5-4C66-9EC1-997B2B732184}" srcOrd="2" destOrd="0" presId="urn:microsoft.com/office/officeart/2018/2/layout/IconLabelList"/>
    <dgm:cxn modelId="{61B8D0E4-287B-497B-A64F-24570A4A12BB}" type="presParOf" srcId="{0C366FC6-F0F5-4C66-9EC1-997B2B732184}" destId="{A249054D-1FB7-41CB-AC1C-391C72F730FC}" srcOrd="0" destOrd="0" presId="urn:microsoft.com/office/officeart/2018/2/layout/IconLabelList"/>
    <dgm:cxn modelId="{1B5E53C5-FA4C-464D-BDB1-704951DEF21E}" type="presParOf" srcId="{0C366FC6-F0F5-4C66-9EC1-997B2B732184}" destId="{7FB22AA7-414B-4E08-9995-B894D036E27D}" srcOrd="1" destOrd="0" presId="urn:microsoft.com/office/officeart/2018/2/layout/IconLabelList"/>
    <dgm:cxn modelId="{1569A1A2-4496-453E-970B-A62FE32D5655}" type="presParOf" srcId="{0C366FC6-F0F5-4C66-9EC1-997B2B732184}" destId="{97BAB5D1-0157-4E2F-AC2A-FA2873147C40}" srcOrd="2" destOrd="0" presId="urn:microsoft.com/office/officeart/2018/2/layout/IconLabelList"/>
    <dgm:cxn modelId="{004F775D-DBB3-46F4-93A6-696DB6383449}" type="presParOf" srcId="{190D3637-3839-42FE-9131-9141B241418B}" destId="{67CA1ED1-7839-4E1A-A0D0-74B4C7A4AD66}" srcOrd="3" destOrd="0" presId="urn:microsoft.com/office/officeart/2018/2/layout/IconLabelList"/>
    <dgm:cxn modelId="{45FD6547-912D-4B8C-B802-9FA7DC59829B}" type="presParOf" srcId="{190D3637-3839-42FE-9131-9141B241418B}" destId="{0850F26D-AA99-47FA-904F-AE80D7101761}" srcOrd="4" destOrd="0" presId="urn:microsoft.com/office/officeart/2018/2/layout/IconLabelList"/>
    <dgm:cxn modelId="{984D33D8-B781-443B-B715-AC46DD69C76C}" type="presParOf" srcId="{0850F26D-AA99-47FA-904F-AE80D7101761}" destId="{B8D82780-C6A6-49B1-8B80-7C3EDD0F5FFE}" srcOrd="0" destOrd="0" presId="urn:microsoft.com/office/officeart/2018/2/layout/IconLabelList"/>
    <dgm:cxn modelId="{0E1E83B3-9F2F-44C2-BCFA-07C7E283D52E}" type="presParOf" srcId="{0850F26D-AA99-47FA-904F-AE80D7101761}" destId="{D705B981-83C2-4AB4-8BCF-1F5D81570F90}" srcOrd="1" destOrd="0" presId="urn:microsoft.com/office/officeart/2018/2/layout/IconLabelList"/>
    <dgm:cxn modelId="{FA532650-A836-4761-98C7-BE20848ABDB6}" type="presParOf" srcId="{0850F26D-AA99-47FA-904F-AE80D7101761}" destId="{6BAAC54D-11E4-4DA8-97FA-D34A7CB8BB87}" srcOrd="2" destOrd="0" presId="urn:microsoft.com/office/officeart/2018/2/layout/IconLabelList"/>
    <dgm:cxn modelId="{2D8B311A-2FB1-42EF-9D43-D29B636D7B4A}" type="presParOf" srcId="{190D3637-3839-42FE-9131-9141B241418B}" destId="{B0759D1C-E5A8-4391-856B-3D7A0CAEB289}" srcOrd="5" destOrd="0" presId="urn:microsoft.com/office/officeart/2018/2/layout/IconLabelList"/>
    <dgm:cxn modelId="{E18EC6A5-0E93-4D63-879F-50F1D3BAC8B1}" type="presParOf" srcId="{190D3637-3839-42FE-9131-9141B241418B}" destId="{933236C5-1BE1-4330-968B-C12A79A20343}" srcOrd="6" destOrd="0" presId="urn:microsoft.com/office/officeart/2018/2/layout/IconLabelList"/>
    <dgm:cxn modelId="{11604D91-C869-408C-B502-73A9E347385F}" type="presParOf" srcId="{933236C5-1BE1-4330-968B-C12A79A20343}" destId="{4EA2878C-07A0-41A0-93C0-3A3A4E4AFFC3}" srcOrd="0" destOrd="0" presId="urn:microsoft.com/office/officeart/2018/2/layout/IconLabelList"/>
    <dgm:cxn modelId="{C3E0D578-EE54-42C4-A85E-BECC9B0D7526}" type="presParOf" srcId="{933236C5-1BE1-4330-968B-C12A79A20343}" destId="{09FA31C8-A58D-446C-917F-D9F98E7830DD}" srcOrd="1" destOrd="0" presId="urn:microsoft.com/office/officeart/2018/2/layout/IconLabelList"/>
    <dgm:cxn modelId="{03CEC092-BE41-4554-A405-6AECE273C30B}" type="presParOf" srcId="{933236C5-1BE1-4330-968B-C12A79A20343}" destId="{DFE099CE-0C4F-442E-ABBC-FDB9D47A68E2}" srcOrd="2" destOrd="0" presId="urn:microsoft.com/office/officeart/2018/2/layout/IconLabelList"/>
    <dgm:cxn modelId="{6AA8EB3D-5671-48AF-B68A-5B0F5EAFF326}" type="presParOf" srcId="{190D3637-3839-42FE-9131-9141B241418B}" destId="{B7A99C11-D531-473E-82C4-F7831A7C3BEB}" srcOrd="7" destOrd="0" presId="urn:microsoft.com/office/officeart/2018/2/layout/IconLabelList"/>
    <dgm:cxn modelId="{4276C280-3452-48D7-BD8C-8B4F6F011F85}" type="presParOf" srcId="{190D3637-3839-42FE-9131-9141B241418B}" destId="{7E768446-566C-49E4-9972-32B593CB69A9}" srcOrd="8" destOrd="0" presId="urn:microsoft.com/office/officeart/2018/2/layout/IconLabelList"/>
    <dgm:cxn modelId="{83BF8982-8B09-4832-BEA2-AA2FF65568BE}" type="presParOf" srcId="{7E768446-566C-49E4-9972-32B593CB69A9}" destId="{B7657C89-12DF-4BB9-91AA-025678D8F53D}" srcOrd="0" destOrd="0" presId="urn:microsoft.com/office/officeart/2018/2/layout/IconLabelList"/>
    <dgm:cxn modelId="{50037094-5926-4C5C-9DAF-909C8A59D503}" type="presParOf" srcId="{7E768446-566C-49E4-9972-32B593CB69A9}" destId="{031171BB-FFBD-4E49-BAC3-A552EAA55078}" srcOrd="1" destOrd="0" presId="urn:microsoft.com/office/officeart/2018/2/layout/IconLabelList"/>
    <dgm:cxn modelId="{5EB22B24-2896-4CFC-8569-5ABAD78908BD}" type="presParOf" srcId="{7E768446-566C-49E4-9972-32B593CB69A9}" destId="{7D3D4611-C8F0-4FFA-AEF6-90D0681843D1}" srcOrd="2" destOrd="0" presId="urn:microsoft.com/office/officeart/2018/2/layout/IconLabelList"/>
    <dgm:cxn modelId="{184B22F6-91D6-4F7D-A7AE-45D10BC440E0}" type="presParOf" srcId="{190D3637-3839-42FE-9131-9141B241418B}" destId="{CF67E84F-045D-4ACC-B095-40FCFE466305}" srcOrd="9" destOrd="0" presId="urn:microsoft.com/office/officeart/2018/2/layout/IconLabelList"/>
    <dgm:cxn modelId="{1F089615-D24C-4A5A-A623-BFE516DFEBDF}" type="presParOf" srcId="{190D3637-3839-42FE-9131-9141B241418B}" destId="{13234C5F-24C7-4498-A68F-1C1DD145DE2C}" srcOrd="10" destOrd="0" presId="urn:microsoft.com/office/officeart/2018/2/layout/IconLabelList"/>
    <dgm:cxn modelId="{DD0A75CA-809A-4DE6-B8D0-1EDE629A2ED6}" type="presParOf" srcId="{13234C5F-24C7-4498-A68F-1C1DD145DE2C}" destId="{D46E4814-8D44-43B7-A0BA-BA88B24F2312}" srcOrd="0" destOrd="0" presId="urn:microsoft.com/office/officeart/2018/2/layout/IconLabelList"/>
    <dgm:cxn modelId="{2E4B57C9-CF18-47F8-91E5-32F7504A3530}" type="presParOf" srcId="{13234C5F-24C7-4498-A68F-1C1DD145DE2C}" destId="{147F7257-531D-4DF7-81A3-A470613192BF}" srcOrd="1" destOrd="0" presId="urn:microsoft.com/office/officeart/2018/2/layout/IconLabelList"/>
    <dgm:cxn modelId="{51F260E5-1642-456F-A14D-B46C674D979F}" type="presParOf" srcId="{13234C5F-24C7-4498-A68F-1C1DD145DE2C}" destId="{B911A507-DF3B-48EF-AE55-25F3176CEC22}" srcOrd="2" destOrd="0" presId="urn:microsoft.com/office/officeart/2018/2/layout/IconLabelList"/>
    <dgm:cxn modelId="{EBD3EBC1-0FA8-44C0-BF29-D7727A7AF506}" type="presParOf" srcId="{190D3637-3839-42FE-9131-9141B241418B}" destId="{5A8450D9-4C12-466F-A265-7DB7FA527776}" srcOrd="11" destOrd="0" presId="urn:microsoft.com/office/officeart/2018/2/layout/IconLabelList"/>
    <dgm:cxn modelId="{536523D7-6EDD-4429-985F-AA69CFBAC826}" type="presParOf" srcId="{190D3637-3839-42FE-9131-9141B241418B}" destId="{4C3756DC-73DD-47D8-B963-7702EE024E5D}" srcOrd="12" destOrd="0" presId="urn:microsoft.com/office/officeart/2018/2/layout/IconLabelList"/>
    <dgm:cxn modelId="{D1DC714C-577E-4D81-962F-C0B00312A4E2}" type="presParOf" srcId="{4C3756DC-73DD-47D8-B963-7702EE024E5D}" destId="{09ACCD55-001A-4173-8FB0-11F1094BA233}" srcOrd="0" destOrd="0" presId="urn:microsoft.com/office/officeart/2018/2/layout/IconLabelList"/>
    <dgm:cxn modelId="{DAF863ED-70BC-4700-9786-ADFF357AED0D}" type="presParOf" srcId="{4C3756DC-73DD-47D8-B963-7702EE024E5D}" destId="{0909BF94-D046-4262-9D96-787652C50458}" srcOrd="1" destOrd="0" presId="urn:microsoft.com/office/officeart/2018/2/layout/IconLabelList"/>
    <dgm:cxn modelId="{93C9281D-15A6-447E-A97F-D598CEEA93E6}" type="presParOf" srcId="{4C3756DC-73DD-47D8-B963-7702EE024E5D}" destId="{56B9A8C3-A801-470F-9132-7D1D8B367B92}" srcOrd="2" destOrd="0" presId="urn:microsoft.com/office/officeart/2018/2/layout/IconLabelList"/>
    <dgm:cxn modelId="{2FE0588F-D104-474B-88D3-FD4EC9304817}" type="presParOf" srcId="{190D3637-3839-42FE-9131-9141B241418B}" destId="{83C08B25-5B1C-4CEF-AE74-9A7DBFBAB6E1}" srcOrd="13" destOrd="0" presId="urn:microsoft.com/office/officeart/2018/2/layout/IconLabelList"/>
    <dgm:cxn modelId="{BD50DC51-34D2-4E37-ABDC-DA1DA05EE32B}" type="presParOf" srcId="{190D3637-3839-42FE-9131-9141B241418B}" destId="{A958B9BB-A6C9-4403-B1EA-D88B6D3DFDEC}" srcOrd="14" destOrd="0" presId="urn:microsoft.com/office/officeart/2018/2/layout/IconLabelList"/>
    <dgm:cxn modelId="{202FC22D-B887-4409-A649-215943D606F6}" type="presParOf" srcId="{A958B9BB-A6C9-4403-B1EA-D88B6D3DFDEC}" destId="{1BD741FA-D9F8-4CC4-9C6E-97D8CA10F88C}" srcOrd="0" destOrd="0" presId="urn:microsoft.com/office/officeart/2018/2/layout/IconLabelList"/>
    <dgm:cxn modelId="{BF67A6E4-3D06-40EE-8CC1-29D141C9BED3}" type="presParOf" srcId="{A958B9BB-A6C9-4403-B1EA-D88B6D3DFDEC}" destId="{9055A314-9E54-4952-9303-D779E6D4EA96}" srcOrd="1" destOrd="0" presId="urn:microsoft.com/office/officeart/2018/2/layout/IconLabelList"/>
    <dgm:cxn modelId="{88F0BC07-0818-404F-8EA7-2316C1CB2739}" type="presParOf" srcId="{A958B9BB-A6C9-4403-B1EA-D88B6D3DFDEC}" destId="{20E71F86-34CC-476C-B57A-B80F56E0B2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7A25F4-512A-4CFB-ADC2-4235D7B7786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9626BD-939E-4F9D-9A0D-C15CFEA27F28}">
      <dgm:prSet/>
      <dgm:spPr/>
      <dgm:t>
        <a:bodyPr/>
        <a:lstStyle/>
        <a:p>
          <a:r>
            <a:rPr lang="en-US" b="1"/>
            <a:t>For Students (Customers)</a:t>
          </a:r>
          <a:endParaRPr lang="en-US"/>
        </a:p>
      </dgm:t>
    </dgm:pt>
    <dgm:pt modelId="{EC683F2A-0F2B-4122-A929-2638630B52D7}" type="parTrans" cxnId="{58B3A331-974C-4E2B-91AC-734AB393BB71}">
      <dgm:prSet/>
      <dgm:spPr/>
      <dgm:t>
        <a:bodyPr/>
        <a:lstStyle/>
        <a:p>
          <a:endParaRPr lang="en-US"/>
        </a:p>
      </dgm:t>
    </dgm:pt>
    <dgm:pt modelId="{1ADD2211-BB80-4BD5-8769-A0947D0181CD}" type="sibTrans" cxnId="{58B3A331-974C-4E2B-91AC-734AB393BB71}">
      <dgm:prSet/>
      <dgm:spPr/>
      <dgm:t>
        <a:bodyPr/>
        <a:lstStyle/>
        <a:p>
          <a:endParaRPr lang="en-US"/>
        </a:p>
      </dgm:t>
    </dgm:pt>
    <dgm:pt modelId="{87D4D84E-F126-4A7D-82F7-73DFE58B9FBD}">
      <dgm:prSet/>
      <dgm:spPr/>
      <dgm:t>
        <a:bodyPr/>
        <a:lstStyle/>
        <a:p>
          <a:r>
            <a:rPr lang="en-US" b="1"/>
            <a:t>Sign up</a:t>
          </a:r>
          <a:r>
            <a:rPr lang="en-US"/>
            <a:t> with your university email</a:t>
          </a:r>
        </a:p>
      </dgm:t>
    </dgm:pt>
    <dgm:pt modelId="{2E68F41D-4D0D-445E-9EF8-1570DA7F6F12}" type="parTrans" cxnId="{D22F7B0A-0F94-41DA-963C-8DF6F0156549}">
      <dgm:prSet/>
      <dgm:spPr/>
      <dgm:t>
        <a:bodyPr/>
        <a:lstStyle/>
        <a:p>
          <a:endParaRPr lang="en-US"/>
        </a:p>
      </dgm:t>
    </dgm:pt>
    <dgm:pt modelId="{707A6CF7-8229-4A5F-A4C2-B54045557B55}" type="sibTrans" cxnId="{D22F7B0A-0F94-41DA-963C-8DF6F0156549}">
      <dgm:prSet/>
      <dgm:spPr/>
      <dgm:t>
        <a:bodyPr/>
        <a:lstStyle/>
        <a:p>
          <a:endParaRPr lang="en-US"/>
        </a:p>
      </dgm:t>
    </dgm:pt>
    <dgm:pt modelId="{46B762D0-2C24-4ED6-9BBD-3A8AF0EC2A3D}">
      <dgm:prSet/>
      <dgm:spPr/>
      <dgm:t>
        <a:bodyPr/>
        <a:lstStyle/>
        <a:p>
          <a:r>
            <a:rPr lang="en-US" b="1"/>
            <a:t>Browse the menu</a:t>
          </a:r>
          <a:r>
            <a:rPr lang="en-US"/>
            <a:t> (burgers, pizza, drinks, etc.)</a:t>
          </a:r>
        </a:p>
      </dgm:t>
    </dgm:pt>
    <dgm:pt modelId="{AC162D4B-1EDA-4887-9ACD-2F610F7AF090}" type="parTrans" cxnId="{2BA5BF1F-457F-4E82-A3AF-D3E54AD1FAA8}">
      <dgm:prSet/>
      <dgm:spPr/>
      <dgm:t>
        <a:bodyPr/>
        <a:lstStyle/>
        <a:p>
          <a:endParaRPr lang="en-US"/>
        </a:p>
      </dgm:t>
    </dgm:pt>
    <dgm:pt modelId="{3391B447-2A1C-40D3-9600-89E774FFFDEE}" type="sibTrans" cxnId="{2BA5BF1F-457F-4E82-A3AF-D3E54AD1FAA8}">
      <dgm:prSet/>
      <dgm:spPr/>
      <dgm:t>
        <a:bodyPr/>
        <a:lstStyle/>
        <a:p>
          <a:endParaRPr lang="en-US"/>
        </a:p>
      </dgm:t>
    </dgm:pt>
    <dgm:pt modelId="{C8762CA6-1AE6-4554-A6B9-0D9D1994312A}">
      <dgm:prSet/>
      <dgm:spPr/>
      <dgm:t>
        <a:bodyPr/>
        <a:lstStyle/>
        <a:p>
          <a:r>
            <a:rPr lang="en-US" b="1"/>
            <a:t>Add items to cart</a:t>
          </a:r>
          <a:r>
            <a:rPr lang="en-US"/>
            <a:t> &amp; check out</a:t>
          </a:r>
        </a:p>
      </dgm:t>
    </dgm:pt>
    <dgm:pt modelId="{1F1923A4-4A53-4338-B8BB-94552D968513}" type="parTrans" cxnId="{5FB22626-DAAD-4188-96FA-C34EB912FE75}">
      <dgm:prSet/>
      <dgm:spPr/>
      <dgm:t>
        <a:bodyPr/>
        <a:lstStyle/>
        <a:p>
          <a:endParaRPr lang="en-US"/>
        </a:p>
      </dgm:t>
    </dgm:pt>
    <dgm:pt modelId="{51E4F3DF-5A61-4946-AF80-AB37F348A650}" type="sibTrans" cxnId="{5FB22626-DAAD-4188-96FA-C34EB912FE75}">
      <dgm:prSet/>
      <dgm:spPr/>
      <dgm:t>
        <a:bodyPr/>
        <a:lstStyle/>
        <a:p>
          <a:endParaRPr lang="en-US"/>
        </a:p>
      </dgm:t>
    </dgm:pt>
    <dgm:pt modelId="{44DF4FF0-E9CC-40D9-AC9A-321EC76DD12B}">
      <dgm:prSet/>
      <dgm:spPr/>
      <dgm:t>
        <a:bodyPr/>
        <a:lstStyle/>
        <a:p>
          <a:r>
            <a:rPr lang="en-US" b="1"/>
            <a:t>Track your order</a:t>
          </a:r>
          <a:r>
            <a:rPr lang="en-US"/>
            <a:t> in real-time:</a:t>
          </a:r>
        </a:p>
      </dgm:t>
    </dgm:pt>
    <dgm:pt modelId="{89D9D759-E80B-4AE0-9547-5C3E24E1E651}" type="parTrans" cxnId="{7FA30B5E-E78B-46FA-AE9E-13A3B99830C8}">
      <dgm:prSet/>
      <dgm:spPr/>
      <dgm:t>
        <a:bodyPr/>
        <a:lstStyle/>
        <a:p>
          <a:endParaRPr lang="en-US"/>
        </a:p>
      </dgm:t>
    </dgm:pt>
    <dgm:pt modelId="{BC72FBEF-2FF2-49F4-8712-B4B92788E139}" type="sibTrans" cxnId="{7FA30B5E-E78B-46FA-AE9E-13A3B99830C8}">
      <dgm:prSet/>
      <dgm:spPr/>
      <dgm:t>
        <a:bodyPr/>
        <a:lstStyle/>
        <a:p>
          <a:endParaRPr lang="en-US"/>
        </a:p>
      </dgm:t>
    </dgm:pt>
    <dgm:pt modelId="{9A09BF43-D619-4ED8-ABEC-2615213FAD6A}">
      <dgm:prSet/>
      <dgm:spPr/>
      <dgm:t>
        <a:bodyPr/>
        <a:lstStyle/>
        <a:p>
          <a:r>
            <a:rPr lang="en-US"/>
            <a:t>"Preparing" → "On the way" → "Delivered!</a:t>
          </a:r>
        </a:p>
      </dgm:t>
    </dgm:pt>
    <dgm:pt modelId="{A6CFB8EB-2DD5-4D4B-8ACB-857E0A34DF5A}" type="parTrans" cxnId="{9FBD4A2D-A678-402B-8D22-2AC33AC2E0B8}">
      <dgm:prSet/>
      <dgm:spPr/>
      <dgm:t>
        <a:bodyPr/>
        <a:lstStyle/>
        <a:p>
          <a:endParaRPr lang="en-US"/>
        </a:p>
      </dgm:t>
    </dgm:pt>
    <dgm:pt modelId="{084FBFB3-6B5C-4660-932E-BFDC38F8F2E4}" type="sibTrans" cxnId="{9FBD4A2D-A678-402B-8D22-2AC33AC2E0B8}">
      <dgm:prSet/>
      <dgm:spPr/>
      <dgm:t>
        <a:bodyPr/>
        <a:lstStyle/>
        <a:p>
          <a:endParaRPr lang="en-US"/>
        </a:p>
      </dgm:t>
    </dgm:pt>
    <dgm:pt modelId="{F03C542E-C3AB-49C7-8CBB-F98F00AC9A69}">
      <dgm:prSet/>
      <dgm:spPr/>
      <dgm:t>
        <a:bodyPr/>
        <a:lstStyle/>
        <a:p>
          <a:r>
            <a:rPr lang="en-US" b="1"/>
            <a:t>For Kitchen Staff</a:t>
          </a:r>
          <a:endParaRPr lang="en-US"/>
        </a:p>
      </dgm:t>
    </dgm:pt>
    <dgm:pt modelId="{0307BD36-BFED-4C87-972A-723771358CC7}" type="parTrans" cxnId="{BF56FFCF-0A28-4306-B26C-C5B311185537}">
      <dgm:prSet/>
      <dgm:spPr/>
      <dgm:t>
        <a:bodyPr/>
        <a:lstStyle/>
        <a:p>
          <a:endParaRPr lang="en-US"/>
        </a:p>
      </dgm:t>
    </dgm:pt>
    <dgm:pt modelId="{C0C2EAB7-7C9D-4219-A2B1-76FDC12F8010}" type="sibTrans" cxnId="{BF56FFCF-0A28-4306-B26C-C5B311185537}">
      <dgm:prSet/>
      <dgm:spPr/>
      <dgm:t>
        <a:bodyPr/>
        <a:lstStyle/>
        <a:p>
          <a:endParaRPr lang="en-US"/>
        </a:p>
      </dgm:t>
    </dgm:pt>
    <dgm:pt modelId="{5B771D00-49A2-4D2F-9F63-4A45D61607C5}">
      <dgm:prSet/>
      <dgm:spPr/>
      <dgm:t>
        <a:bodyPr/>
        <a:lstStyle/>
        <a:p>
          <a:r>
            <a:rPr lang="en-US" b="1"/>
            <a:t>Chefs</a:t>
          </a:r>
          <a:r>
            <a:rPr lang="en-US"/>
            <a:t> see new orders and cook them</a:t>
          </a:r>
        </a:p>
      </dgm:t>
    </dgm:pt>
    <dgm:pt modelId="{E7E986CD-88CF-477B-8ACA-F06F17A0C7AF}" type="parTrans" cxnId="{404284B0-39BE-45BE-9E51-943F8B23FFD4}">
      <dgm:prSet/>
      <dgm:spPr/>
      <dgm:t>
        <a:bodyPr/>
        <a:lstStyle/>
        <a:p>
          <a:endParaRPr lang="en-US"/>
        </a:p>
      </dgm:t>
    </dgm:pt>
    <dgm:pt modelId="{3FD5B47B-3E22-451B-9F33-E032BD596F23}" type="sibTrans" cxnId="{404284B0-39BE-45BE-9E51-943F8B23FFD4}">
      <dgm:prSet/>
      <dgm:spPr/>
      <dgm:t>
        <a:bodyPr/>
        <a:lstStyle/>
        <a:p>
          <a:endParaRPr lang="en-US"/>
        </a:p>
      </dgm:t>
    </dgm:pt>
    <dgm:pt modelId="{077D9ED5-B18A-465A-89A9-494D63273F3C}">
      <dgm:prSet/>
      <dgm:spPr/>
      <dgm:t>
        <a:bodyPr/>
        <a:lstStyle/>
        <a:p>
          <a:r>
            <a:rPr lang="en-US" b="1"/>
            <a:t>Delivery riders</a:t>
          </a:r>
          <a:r>
            <a:rPr lang="en-US"/>
            <a:t> pick up food and update status</a:t>
          </a:r>
        </a:p>
      </dgm:t>
    </dgm:pt>
    <dgm:pt modelId="{6D38535C-CAAB-4F7F-A74E-5F1E44C3B679}" type="parTrans" cxnId="{11957488-9434-43F6-9B09-9A55B9A96BA9}">
      <dgm:prSet/>
      <dgm:spPr/>
      <dgm:t>
        <a:bodyPr/>
        <a:lstStyle/>
        <a:p>
          <a:endParaRPr lang="en-US"/>
        </a:p>
      </dgm:t>
    </dgm:pt>
    <dgm:pt modelId="{4B93BC84-AEE8-4870-834D-055B598FD75D}" type="sibTrans" cxnId="{11957488-9434-43F6-9B09-9A55B9A96BA9}">
      <dgm:prSet/>
      <dgm:spPr/>
      <dgm:t>
        <a:bodyPr/>
        <a:lstStyle/>
        <a:p>
          <a:endParaRPr lang="en-US"/>
        </a:p>
      </dgm:t>
    </dgm:pt>
    <dgm:pt modelId="{9529B1D1-16E3-4410-B893-C19993D31171}">
      <dgm:prSet/>
      <dgm:spPr/>
      <dgm:t>
        <a:bodyPr/>
        <a:lstStyle/>
        <a:p>
          <a:r>
            <a:rPr lang="en-US" b="1"/>
            <a:t>Admins</a:t>
          </a:r>
          <a:r>
            <a:rPr lang="en-US"/>
            <a:t> manage the menu and users</a:t>
          </a:r>
        </a:p>
      </dgm:t>
    </dgm:pt>
    <dgm:pt modelId="{81FCBA01-4AAA-4C90-B960-DB791508277A}" type="parTrans" cxnId="{EAA387A7-5B86-4CEF-AE4E-0CB8F3EB8001}">
      <dgm:prSet/>
      <dgm:spPr/>
      <dgm:t>
        <a:bodyPr/>
        <a:lstStyle/>
        <a:p>
          <a:endParaRPr lang="en-US"/>
        </a:p>
      </dgm:t>
    </dgm:pt>
    <dgm:pt modelId="{16ACDA55-39B3-47D7-AC1D-A3674C0A3FF7}" type="sibTrans" cxnId="{EAA387A7-5B86-4CEF-AE4E-0CB8F3EB8001}">
      <dgm:prSet/>
      <dgm:spPr/>
      <dgm:t>
        <a:bodyPr/>
        <a:lstStyle/>
        <a:p>
          <a:endParaRPr lang="en-US"/>
        </a:p>
      </dgm:t>
    </dgm:pt>
    <dgm:pt modelId="{077D5EF4-C383-459D-8E79-6BD9194ACEB2}" type="pres">
      <dgm:prSet presAssocID="{FE7A25F4-512A-4CFB-ADC2-4235D7B7786A}" presName="Name0" presStyleCnt="0">
        <dgm:presLayoutVars>
          <dgm:dir/>
          <dgm:resizeHandles val="exact"/>
        </dgm:presLayoutVars>
      </dgm:prSet>
      <dgm:spPr/>
    </dgm:pt>
    <dgm:pt modelId="{450362D0-4D22-46D4-8B7F-05E247F46598}" type="pres">
      <dgm:prSet presAssocID="{969626BD-939E-4F9D-9A0D-C15CFEA27F28}" presName="node" presStyleLbl="node1" presStyleIdx="0" presStyleCnt="8">
        <dgm:presLayoutVars>
          <dgm:bulletEnabled val="1"/>
        </dgm:presLayoutVars>
      </dgm:prSet>
      <dgm:spPr/>
    </dgm:pt>
    <dgm:pt modelId="{398F933D-4FB6-4088-A37B-9C5448990A0A}" type="pres">
      <dgm:prSet presAssocID="{1ADD2211-BB80-4BD5-8769-A0947D0181CD}" presName="sibTrans" presStyleLbl="sibTrans1D1" presStyleIdx="0" presStyleCnt="7"/>
      <dgm:spPr/>
    </dgm:pt>
    <dgm:pt modelId="{E5DB3F9F-766C-4C50-B23F-42B92076CD00}" type="pres">
      <dgm:prSet presAssocID="{1ADD2211-BB80-4BD5-8769-A0947D0181CD}" presName="connectorText" presStyleLbl="sibTrans1D1" presStyleIdx="0" presStyleCnt="7"/>
      <dgm:spPr/>
    </dgm:pt>
    <dgm:pt modelId="{C886397C-509A-4C33-9A87-E78932CCAB36}" type="pres">
      <dgm:prSet presAssocID="{87D4D84E-F126-4A7D-82F7-73DFE58B9FBD}" presName="node" presStyleLbl="node1" presStyleIdx="1" presStyleCnt="8">
        <dgm:presLayoutVars>
          <dgm:bulletEnabled val="1"/>
        </dgm:presLayoutVars>
      </dgm:prSet>
      <dgm:spPr/>
    </dgm:pt>
    <dgm:pt modelId="{825362AA-A3CD-4AC8-941D-E14C56F77DD9}" type="pres">
      <dgm:prSet presAssocID="{707A6CF7-8229-4A5F-A4C2-B54045557B55}" presName="sibTrans" presStyleLbl="sibTrans1D1" presStyleIdx="1" presStyleCnt="7"/>
      <dgm:spPr/>
    </dgm:pt>
    <dgm:pt modelId="{6241A561-4EAB-4F2B-8F42-D3FFD70B5925}" type="pres">
      <dgm:prSet presAssocID="{707A6CF7-8229-4A5F-A4C2-B54045557B55}" presName="connectorText" presStyleLbl="sibTrans1D1" presStyleIdx="1" presStyleCnt="7"/>
      <dgm:spPr/>
    </dgm:pt>
    <dgm:pt modelId="{2155A241-239C-4565-B806-44489CB8BB2B}" type="pres">
      <dgm:prSet presAssocID="{46B762D0-2C24-4ED6-9BBD-3A8AF0EC2A3D}" presName="node" presStyleLbl="node1" presStyleIdx="2" presStyleCnt="8">
        <dgm:presLayoutVars>
          <dgm:bulletEnabled val="1"/>
        </dgm:presLayoutVars>
      </dgm:prSet>
      <dgm:spPr/>
    </dgm:pt>
    <dgm:pt modelId="{FC5F42EE-C80D-49DB-A7C1-E4DE610E81AB}" type="pres">
      <dgm:prSet presAssocID="{3391B447-2A1C-40D3-9600-89E774FFFDEE}" presName="sibTrans" presStyleLbl="sibTrans1D1" presStyleIdx="2" presStyleCnt="7"/>
      <dgm:spPr/>
    </dgm:pt>
    <dgm:pt modelId="{D83921C6-184D-46AE-B419-6E16DB011207}" type="pres">
      <dgm:prSet presAssocID="{3391B447-2A1C-40D3-9600-89E774FFFDEE}" presName="connectorText" presStyleLbl="sibTrans1D1" presStyleIdx="2" presStyleCnt="7"/>
      <dgm:spPr/>
    </dgm:pt>
    <dgm:pt modelId="{4509E333-383F-4B04-B649-BD32D64FAF45}" type="pres">
      <dgm:prSet presAssocID="{C8762CA6-1AE6-4554-A6B9-0D9D1994312A}" presName="node" presStyleLbl="node1" presStyleIdx="3" presStyleCnt="8">
        <dgm:presLayoutVars>
          <dgm:bulletEnabled val="1"/>
        </dgm:presLayoutVars>
      </dgm:prSet>
      <dgm:spPr/>
    </dgm:pt>
    <dgm:pt modelId="{BEEC9A36-C54A-476B-BDBC-E25F761254CC}" type="pres">
      <dgm:prSet presAssocID="{51E4F3DF-5A61-4946-AF80-AB37F348A650}" presName="sibTrans" presStyleLbl="sibTrans1D1" presStyleIdx="3" presStyleCnt="7"/>
      <dgm:spPr/>
    </dgm:pt>
    <dgm:pt modelId="{EBCDBFB4-CD75-46CB-BB99-D0A0E88A3BEB}" type="pres">
      <dgm:prSet presAssocID="{51E4F3DF-5A61-4946-AF80-AB37F348A650}" presName="connectorText" presStyleLbl="sibTrans1D1" presStyleIdx="3" presStyleCnt="7"/>
      <dgm:spPr/>
    </dgm:pt>
    <dgm:pt modelId="{CC64000E-9667-4C04-B89D-6A4661D113C8}" type="pres">
      <dgm:prSet presAssocID="{44DF4FF0-E9CC-40D9-AC9A-321EC76DD12B}" presName="node" presStyleLbl="node1" presStyleIdx="4" presStyleCnt="8">
        <dgm:presLayoutVars>
          <dgm:bulletEnabled val="1"/>
        </dgm:presLayoutVars>
      </dgm:prSet>
      <dgm:spPr/>
    </dgm:pt>
    <dgm:pt modelId="{F2455312-8C2D-4E7A-8470-13C968B2480A}" type="pres">
      <dgm:prSet presAssocID="{BC72FBEF-2FF2-49F4-8712-B4B92788E139}" presName="sibTrans" presStyleLbl="sibTrans1D1" presStyleIdx="4" presStyleCnt="7"/>
      <dgm:spPr/>
    </dgm:pt>
    <dgm:pt modelId="{517DA235-EFFE-4D74-9EFE-DB13C7BC8C7D}" type="pres">
      <dgm:prSet presAssocID="{BC72FBEF-2FF2-49F4-8712-B4B92788E139}" presName="connectorText" presStyleLbl="sibTrans1D1" presStyleIdx="4" presStyleCnt="7"/>
      <dgm:spPr/>
    </dgm:pt>
    <dgm:pt modelId="{7FC34070-6583-4986-A774-0965F7568944}" type="pres">
      <dgm:prSet presAssocID="{5B771D00-49A2-4D2F-9F63-4A45D61607C5}" presName="node" presStyleLbl="node1" presStyleIdx="5" presStyleCnt="8">
        <dgm:presLayoutVars>
          <dgm:bulletEnabled val="1"/>
        </dgm:presLayoutVars>
      </dgm:prSet>
      <dgm:spPr/>
    </dgm:pt>
    <dgm:pt modelId="{286F946C-A3EF-4AD6-9BDD-B869F3B95D0C}" type="pres">
      <dgm:prSet presAssocID="{3FD5B47B-3E22-451B-9F33-E032BD596F23}" presName="sibTrans" presStyleLbl="sibTrans1D1" presStyleIdx="5" presStyleCnt="7"/>
      <dgm:spPr/>
    </dgm:pt>
    <dgm:pt modelId="{E1EDC008-003C-4C66-88E0-B0E178BF5300}" type="pres">
      <dgm:prSet presAssocID="{3FD5B47B-3E22-451B-9F33-E032BD596F23}" presName="connectorText" presStyleLbl="sibTrans1D1" presStyleIdx="5" presStyleCnt="7"/>
      <dgm:spPr/>
    </dgm:pt>
    <dgm:pt modelId="{BCE5F6B2-5F61-41D7-91E7-BA7FD658DE04}" type="pres">
      <dgm:prSet presAssocID="{077D9ED5-B18A-465A-89A9-494D63273F3C}" presName="node" presStyleLbl="node1" presStyleIdx="6" presStyleCnt="8">
        <dgm:presLayoutVars>
          <dgm:bulletEnabled val="1"/>
        </dgm:presLayoutVars>
      </dgm:prSet>
      <dgm:spPr/>
    </dgm:pt>
    <dgm:pt modelId="{F1566DD8-4322-4843-8985-0CD7CC342B7E}" type="pres">
      <dgm:prSet presAssocID="{4B93BC84-AEE8-4870-834D-055B598FD75D}" presName="sibTrans" presStyleLbl="sibTrans1D1" presStyleIdx="6" presStyleCnt="7"/>
      <dgm:spPr/>
    </dgm:pt>
    <dgm:pt modelId="{49BA904E-D4B6-43BD-AF70-8B599B3C86FB}" type="pres">
      <dgm:prSet presAssocID="{4B93BC84-AEE8-4870-834D-055B598FD75D}" presName="connectorText" presStyleLbl="sibTrans1D1" presStyleIdx="6" presStyleCnt="7"/>
      <dgm:spPr/>
    </dgm:pt>
    <dgm:pt modelId="{8757CE41-A013-465D-A3BA-C93A1ABC84EB}" type="pres">
      <dgm:prSet presAssocID="{9529B1D1-16E3-4410-B893-C19993D31171}" presName="node" presStyleLbl="node1" presStyleIdx="7" presStyleCnt="8">
        <dgm:presLayoutVars>
          <dgm:bulletEnabled val="1"/>
        </dgm:presLayoutVars>
      </dgm:prSet>
      <dgm:spPr/>
    </dgm:pt>
  </dgm:ptLst>
  <dgm:cxnLst>
    <dgm:cxn modelId="{B649B903-A392-4286-87F6-A95FBF337D42}" type="presOf" srcId="{5B771D00-49A2-4D2F-9F63-4A45D61607C5}" destId="{7FC34070-6583-4986-A774-0965F7568944}" srcOrd="0" destOrd="0" presId="urn:microsoft.com/office/officeart/2016/7/layout/RepeatingBendingProcessNew"/>
    <dgm:cxn modelId="{68985C05-85F3-41A7-B8A3-BD61C3B0343C}" type="presOf" srcId="{1ADD2211-BB80-4BD5-8769-A0947D0181CD}" destId="{398F933D-4FB6-4088-A37B-9C5448990A0A}" srcOrd="0" destOrd="0" presId="urn:microsoft.com/office/officeart/2016/7/layout/RepeatingBendingProcessNew"/>
    <dgm:cxn modelId="{EAFCB409-4E6B-48C9-A147-163CFD4A85CA}" type="presOf" srcId="{969626BD-939E-4F9D-9A0D-C15CFEA27F28}" destId="{450362D0-4D22-46D4-8B7F-05E247F46598}" srcOrd="0" destOrd="0" presId="urn:microsoft.com/office/officeart/2016/7/layout/RepeatingBendingProcessNew"/>
    <dgm:cxn modelId="{D22F7B0A-0F94-41DA-963C-8DF6F0156549}" srcId="{FE7A25F4-512A-4CFB-ADC2-4235D7B7786A}" destId="{87D4D84E-F126-4A7D-82F7-73DFE58B9FBD}" srcOrd="1" destOrd="0" parTransId="{2E68F41D-4D0D-445E-9EF8-1570DA7F6F12}" sibTransId="{707A6CF7-8229-4A5F-A4C2-B54045557B55}"/>
    <dgm:cxn modelId="{2BA5BF1F-457F-4E82-A3AF-D3E54AD1FAA8}" srcId="{FE7A25F4-512A-4CFB-ADC2-4235D7B7786A}" destId="{46B762D0-2C24-4ED6-9BBD-3A8AF0EC2A3D}" srcOrd="2" destOrd="0" parTransId="{AC162D4B-1EDA-4887-9ACD-2F610F7AF090}" sibTransId="{3391B447-2A1C-40D3-9600-89E774FFFDEE}"/>
    <dgm:cxn modelId="{35901220-9635-4C4D-AC86-B739E13B7800}" type="presOf" srcId="{9A09BF43-D619-4ED8-ABEC-2615213FAD6A}" destId="{CC64000E-9667-4C04-B89D-6A4661D113C8}" srcOrd="0" destOrd="1" presId="urn:microsoft.com/office/officeart/2016/7/layout/RepeatingBendingProcessNew"/>
    <dgm:cxn modelId="{5FB22626-DAAD-4188-96FA-C34EB912FE75}" srcId="{FE7A25F4-512A-4CFB-ADC2-4235D7B7786A}" destId="{C8762CA6-1AE6-4554-A6B9-0D9D1994312A}" srcOrd="3" destOrd="0" parTransId="{1F1923A4-4A53-4338-B8BB-94552D968513}" sibTransId="{51E4F3DF-5A61-4946-AF80-AB37F348A650}"/>
    <dgm:cxn modelId="{9FBD4A2D-A678-402B-8D22-2AC33AC2E0B8}" srcId="{44DF4FF0-E9CC-40D9-AC9A-321EC76DD12B}" destId="{9A09BF43-D619-4ED8-ABEC-2615213FAD6A}" srcOrd="0" destOrd="0" parTransId="{A6CFB8EB-2DD5-4D4B-8ACB-857E0A34DF5A}" sibTransId="{084FBFB3-6B5C-4660-932E-BFDC38F8F2E4}"/>
    <dgm:cxn modelId="{CD05C92F-469A-48D5-932E-E00296A54352}" type="presOf" srcId="{44DF4FF0-E9CC-40D9-AC9A-321EC76DD12B}" destId="{CC64000E-9667-4C04-B89D-6A4661D113C8}" srcOrd="0" destOrd="0" presId="urn:microsoft.com/office/officeart/2016/7/layout/RepeatingBendingProcessNew"/>
    <dgm:cxn modelId="{58B3A331-974C-4E2B-91AC-734AB393BB71}" srcId="{FE7A25F4-512A-4CFB-ADC2-4235D7B7786A}" destId="{969626BD-939E-4F9D-9A0D-C15CFEA27F28}" srcOrd="0" destOrd="0" parTransId="{EC683F2A-0F2B-4122-A929-2638630B52D7}" sibTransId="{1ADD2211-BB80-4BD5-8769-A0947D0181CD}"/>
    <dgm:cxn modelId="{7FA30B5E-E78B-46FA-AE9E-13A3B99830C8}" srcId="{FE7A25F4-512A-4CFB-ADC2-4235D7B7786A}" destId="{44DF4FF0-E9CC-40D9-AC9A-321EC76DD12B}" srcOrd="4" destOrd="0" parTransId="{89D9D759-E80B-4AE0-9547-5C3E24E1E651}" sibTransId="{BC72FBEF-2FF2-49F4-8712-B4B92788E139}"/>
    <dgm:cxn modelId="{E933B363-DA0A-4F62-ABFE-B4CA329EB0B8}" type="presOf" srcId="{F03C542E-C3AB-49C7-8CBB-F98F00AC9A69}" destId="{CC64000E-9667-4C04-B89D-6A4661D113C8}" srcOrd="0" destOrd="2" presId="urn:microsoft.com/office/officeart/2016/7/layout/RepeatingBendingProcessNew"/>
    <dgm:cxn modelId="{3DA2E164-4F9D-41D7-B014-B405EE6D7DAE}" type="presOf" srcId="{4B93BC84-AEE8-4870-834D-055B598FD75D}" destId="{F1566DD8-4322-4843-8985-0CD7CC342B7E}" srcOrd="0" destOrd="0" presId="urn:microsoft.com/office/officeart/2016/7/layout/RepeatingBendingProcessNew"/>
    <dgm:cxn modelId="{82972D6A-FB80-4D60-B363-C8FE77A43593}" type="presOf" srcId="{C8762CA6-1AE6-4554-A6B9-0D9D1994312A}" destId="{4509E333-383F-4B04-B649-BD32D64FAF45}" srcOrd="0" destOrd="0" presId="urn:microsoft.com/office/officeart/2016/7/layout/RepeatingBendingProcessNew"/>
    <dgm:cxn modelId="{A7153356-71AE-4E79-8CDC-8FFC51932865}" type="presOf" srcId="{51E4F3DF-5A61-4946-AF80-AB37F348A650}" destId="{EBCDBFB4-CD75-46CB-BB99-D0A0E88A3BEB}" srcOrd="1" destOrd="0" presId="urn:microsoft.com/office/officeart/2016/7/layout/RepeatingBendingProcessNew"/>
    <dgm:cxn modelId="{36C92F7B-CC19-449C-9396-116D9DD45832}" type="presOf" srcId="{9529B1D1-16E3-4410-B893-C19993D31171}" destId="{8757CE41-A013-465D-A3BA-C93A1ABC84EB}" srcOrd="0" destOrd="0" presId="urn:microsoft.com/office/officeart/2016/7/layout/RepeatingBendingProcessNew"/>
    <dgm:cxn modelId="{B0946D81-ADE8-4047-8465-566C94502FB6}" type="presOf" srcId="{BC72FBEF-2FF2-49F4-8712-B4B92788E139}" destId="{517DA235-EFFE-4D74-9EFE-DB13C7BC8C7D}" srcOrd="1" destOrd="0" presId="urn:microsoft.com/office/officeart/2016/7/layout/RepeatingBendingProcessNew"/>
    <dgm:cxn modelId="{11957488-9434-43F6-9B09-9A55B9A96BA9}" srcId="{FE7A25F4-512A-4CFB-ADC2-4235D7B7786A}" destId="{077D9ED5-B18A-465A-89A9-494D63273F3C}" srcOrd="6" destOrd="0" parTransId="{6D38535C-CAAB-4F7F-A74E-5F1E44C3B679}" sibTransId="{4B93BC84-AEE8-4870-834D-055B598FD75D}"/>
    <dgm:cxn modelId="{E3802F91-0D91-4906-9EDC-3FEBDE315EC3}" type="presOf" srcId="{077D9ED5-B18A-465A-89A9-494D63273F3C}" destId="{BCE5F6B2-5F61-41D7-91E7-BA7FD658DE04}" srcOrd="0" destOrd="0" presId="urn:microsoft.com/office/officeart/2016/7/layout/RepeatingBendingProcessNew"/>
    <dgm:cxn modelId="{24E6719E-2EC8-44E6-AB86-1048D12EDD95}" type="presOf" srcId="{4B93BC84-AEE8-4870-834D-055B598FD75D}" destId="{49BA904E-D4B6-43BD-AF70-8B599B3C86FB}" srcOrd="1" destOrd="0" presId="urn:microsoft.com/office/officeart/2016/7/layout/RepeatingBendingProcessNew"/>
    <dgm:cxn modelId="{150977A7-D4D4-4EDF-966B-A1A64A3440C8}" type="presOf" srcId="{707A6CF7-8229-4A5F-A4C2-B54045557B55}" destId="{825362AA-A3CD-4AC8-941D-E14C56F77DD9}" srcOrd="0" destOrd="0" presId="urn:microsoft.com/office/officeart/2016/7/layout/RepeatingBendingProcessNew"/>
    <dgm:cxn modelId="{EAA387A7-5B86-4CEF-AE4E-0CB8F3EB8001}" srcId="{FE7A25F4-512A-4CFB-ADC2-4235D7B7786A}" destId="{9529B1D1-16E3-4410-B893-C19993D31171}" srcOrd="7" destOrd="0" parTransId="{81FCBA01-4AAA-4C90-B960-DB791508277A}" sibTransId="{16ACDA55-39B3-47D7-AC1D-A3674C0A3FF7}"/>
    <dgm:cxn modelId="{5106D0A7-E0AF-4264-A7FA-9FE662CC77C2}" type="presOf" srcId="{1ADD2211-BB80-4BD5-8769-A0947D0181CD}" destId="{E5DB3F9F-766C-4C50-B23F-42B92076CD00}" srcOrd="1" destOrd="0" presId="urn:microsoft.com/office/officeart/2016/7/layout/RepeatingBendingProcessNew"/>
    <dgm:cxn modelId="{3D5D87A8-D9FC-46A4-9030-C20F35DB6AD6}" type="presOf" srcId="{3FD5B47B-3E22-451B-9F33-E032BD596F23}" destId="{E1EDC008-003C-4C66-88E0-B0E178BF5300}" srcOrd="1" destOrd="0" presId="urn:microsoft.com/office/officeart/2016/7/layout/RepeatingBendingProcessNew"/>
    <dgm:cxn modelId="{185703AB-3EF8-4504-B7B5-2971D4359BDF}" type="presOf" srcId="{3391B447-2A1C-40D3-9600-89E774FFFDEE}" destId="{D83921C6-184D-46AE-B419-6E16DB011207}" srcOrd="1" destOrd="0" presId="urn:microsoft.com/office/officeart/2016/7/layout/RepeatingBendingProcessNew"/>
    <dgm:cxn modelId="{483497AB-BE60-405C-BFA7-5571C4237E5B}" type="presOf" srcId="{707A6CF7-8229-4A5F-A4C2-B54045557B55}" destId="{6241A561-4EAB-4F2B-8F42-D3FFD70B5925}" srcOrd="1" destOrd="0" presId="urn:microsoft.com/office/officeart/2016/7/layout/RepeatingBendingProcessNew"/>
    <dgm:cxn modelId="{404284B0-39BE-45BE-9E51-943F8B23FFD4}" srcId="{FE7A25F4-512A-4CFB-ADC2-4235D7B7786A}" destId="{5B771D00-49A2-4D2F-9F63-4A45D61607C5}" srcOrd="5" destOrd="0" parTransId="{E7E986CD-88CF-477B-8ACA-F06F17A0C7AF}" sibTransId="{3FD5B47B-3E22-451B-9F33-E032BD596F23}"/>
    <dgm:cxn modelId="{7E47B9B1-A2D1-44E0-AE6A-7A3E435CC421}" type="presOf" srcId="{51E4F3DF-5A61-4946-AF80-AB37F348A650}" destId="{BEEC9A36-C54A-476B-BDBC-E25F761254CC}" srcOrd="0" destOrd="0" presId="urn:microsoft.com/office/officeart/2016/7/layout/RepeatingBendingProcessNew"/>
    <dgm:cxn modelId="{1A144FB5-54F7-46CB-839C-E48136BCCDAA}" type="presOf" srcId="{46B762D0-2C24-4ED6-9BBD-3A8AF0EC2A3D}" destId="{2155A241-239C-4565-B806-44489CB8BB2B}" srcOrd="0" destOrd="0" presId="urn:microsoft.com/office/officeart/2016/7/layout/RepeatingBendingProcessNew"/>
    <dgm:cxn modelId="{211006C9-BCA2-485C-A5DD-D53130FE5AD7}" type="presOf" srcId="{FE7A25F4-512A-4CFB-ADC2-4235D7B7786A}" destId="{077D5EF4-C383-459D-8E79-6BD9194ACEB2}" srcOrd="0" destOrd="0" presId="urn:microsoft.com/office/officeart/2016/7/layout/RepeatingBendingProcessNew"/>
    <dgm:cxn modelId="{BF56FFCF-0A28-4306-B26C-C5B311185537}" srcId="{44DF4FF0-E9CC-40D9-AC9A-321EC76DD12B}" destId="{F03C542E-C3AB-49C7-8CBB-F98F00AC9A69}" srcOrd="1" destOrd="0" parTransId="{0307BD36-BFED-4C87-972A-723771358CC7}" sibTransId="{C0C2EAB7-7C9D-4219-A2B1-76FDC12F8010}"/>
    <dgm:cxn modelId="{88662ED1-D74A-4623-AAF9-2AD8A602D0A4}" type="presOf" srcId="{BC72FBEF-2FF2-49F4-8712-B4B92788E139}" destId="{F2455312-8C2D-4E7A-8470-13C968B2480A}" srcOrd="0" destOrd="0" presId="urn:microsoft.com/office/officeart/2016/7/layout/RepeatingBendingProcessNew"/>
    <dgm:cxn modelId="{7D8AF4DB-CCF1-4AFE-8D27-A28B8D30622D}" type="presOf" srcId="{3FD5B47B-3E22-451B-9F33-E032BD596F23}" destId="{286F946C-A3EF-4AD6-9BDD-B869F3B95D0C}" srcOrd="0" destOrd="0" presId="urn:microsoft.com/office/officeart/2016/7/layout/RepeatingBendingProcessNew"/>
    <dgm:cxn modelId="{38C0C0EA-C7CC-4AA9-8663-920F2D4A8D65}" type="presOf" srcId="{87D4D84E-F126-4A7D-82F7-73DFE58B9FBD}" destId="{C886397C-509A-4C33-9A87-E78932CCAB36}" srcOrd="0" destOrd="0" presId="urn:microsoft.com/office/officeart/2016/7/layout/RepeatingBendingProcessNew"/>
    <dgm:cxn modelId="{DF90C4FD-72AC-40E8-B7C1-9E6DE958431F}" type="presOf" srcId="{3391B447-2A1C-40D3-9600-89E774FFFDEE}" destId="{FC5F42EE-C80D-49DB-A7C1-E4DE610E81AB}" srcOrd="0" destOrd="0" presId="urn:microsoft.com/office/officeart/2016/7/layout/RepeatingBendingProcessNew"/>
    <dgm:cxn modelId="{7D3F3250-84A0-4DC5-8A6B-0A444124A59D}" type="presParOf" srcId="{077D5EF4-C383-459D-8E79-6BD9194ACEB2}" destId="{450362D0-4D22-46D4-8B7F-05E247F46598}" srcOrd="0" destOrd="0" presId="urn:microsoft.com/office/officeart/2016/7/layout/RepeatingBendingProcessNew"/>
    <dgm:cxn modelId="{62FF8085-8B9C-4D2B-842B-BE687CD7D163}" type="presParOf" srcId="{077D5EF4-C383-459D-8E79-6BD9194ACEB2}" destId="{398F933D-4FB6-4088-A37B-9C5448990A0A}" srcOrd="1" destOrd="0" presId="urn:microsoft.com/office/officeart/2016/7/layout/RepeatingBendingProcessNew"/>
    <dgm:cxn modelId="{8FB1E6D9-7334-45A5-BAF1-7E76B73F1A62}" type="presParOf" srcId="{398F933D-4FB6-4088-A37B-9C5448990A0A}" destId="{E5DB3F9F-766C-4C50-B23F-42B92076CD00}" srcOrd="0" destOrd="0" presId="urn:microsoft.com/office/officeart/2016/7/layout/RepeatingBendingProcessNew"/>
    <dgm:cxn modelId="{1D3C8913-EAF3-4DED-BD34-F19F6ABE9A2A}" type="presParOf" srcId="{077D5EF4-C383-459D-8E79-6BD9194ACEB2}" destId="{C886397C-509A-4C33-9A87-E78932CCAB36}" srcOrd="2" destOrd="0" presId="urn:microsoft.com/office/officeart/2016/7/layout/RepeatingBendingProcessNew"/>
    <dgm:cxn modelId="{FBEFFBED-159A-4CC5-8D69-43319732C8FC}" type="presParOf" srcId="{077D5EF4-C383-459D-8E79-6BD9194ACEB2}" destId="{825362AA-A3CD-4AC8-941D-E14C56F77DD9}" srcOrd="3" destOrd="0" presId="urn:microsoft.com/office/officeart/2016/7/layout/RepeatingBendingProcessNew"/>
    <dgm:cxn modelId="{E3431AB3-C5E4-493F-BEF1-DA4522B0C9E2}" type="presParOf" srcId="{825362AA-A3CD-4AC8-941D-E14C56F77DD9}" destId="{6241A561-4EAB-4F2B-8F42-D3FFD70B5925}" srcOrd="0" destOrd="0" presId="urn:microsoft.com/office/officeart/2016/7/layout/RepeatingBendingProcessNew"/>
    <dgm:cxn modelId="{05195A69-7E6C-4496-A2D5-38CA87FA34F0}" type="presParOf" srcId="{077D5EF4-C383-459D-8E79-6BD9194ACEB2}" destId="{2155A241-239C-4565-B806-44489CB8BB2B}" srcOrd="4" destOrd="0" presId="urn:microsoft.com/office/officeart/2016/7/layout/RepeatingBendingProcessNew"/>
    <dgm:cxn modelId="{782C3214-E35F-47BD-A379-1CE37C181B81}" type="presParOf" srcId="{077D5EF4-C383-459D-8E79-6BD9194ACEB2}" destId="{FC5F42EE-C80D-49DB-A7C1-E4DE610E81AB}" srcOrd="5" destOrd="0" presId="urn:microsoft.com/office/officeart/2016/7/layout/RepeatingBendingProcessNew"/>
    <dgm:cxn modelId="{E6AB1CBB-27E7-4E3C-84EF-D3C0DDAD4757}" type="presParOf" srcId="{FC5F42EE-C80D-49DB-A7C1-E4DE610E81AB}" destId="{D83921C6-184D-46AE-B419-6E16DB011207}" srcOrd="0" destOrd="0" presId="urn:microsoft.com/office/officeart/2016/7/layout/RepeatingBendingProcessNew"/>
    <dgm:cxn modelId="{4A0945F6-48F8-4B45-886C-DD611A7544A5}" type="presParOf" srcId="{077D5EF4-C383-459D-8E79-6BD9194ACEB2}" destId="{4509E333-383F-4B04-B649-BD32D64FAF45}" srcOrd="6" destOrd="0" presId="urn:microsoft.com/office/officeart/2016/7/layout/RepeatingBendingProcessNew"/>
    <dgm:cxn modelId="{2E53F4C6-CD4A-4798-B347-CBEEF73DE5EC}" type="presParOf" srcId="{077D5EF4-C383-459D-8E79-6BD9194ACEB2}" destId="{BEEC9A36-C54A-476B-BDBC-E25F761254CC}" srcOrd="7" destOrd="0" presId="urn:microsoft.com/office/officeart/2016/7/layout/RepeatingBendingProcessNew"/>
    <dgm:cxn modelId="{B5FC45FE-A4E7-49B1-956B-06FAB4A9A077}" type="presParOf" srcId="{BEEC9A36-C54A-476B-BDBC-E25F761254CC}" destId="{EBCDBFB4-CD75-46CB-BB99-D0A0E88A3BEB}" srcOrd="0" destOrd="0" presId="urn:microsoft.com/office/officeart/2016/7/layout/RepeatingBendingProcessNew"/>
    <dgm:cxn modelId="{94C75C17-9D57-4F5E-B47C-09F36F8D1E83}" type="presParOf" srcId="{077D5EF4-C383-459D-8E79-6BD9194ACEB2}" destId="{CC64000E-9667-4C04-B89D-6A4661D113C8}" srcOrd="8" destOrd="0" presId="urn:microsoft.com/office/officeart/2016/7/layout/RepeatingBendingProcessNew"/>
    <dgm:cxn modelId="{4025F950-D09D-4A2B-B22E-6163834E75A2}" type="presParOf" srcId="{077D5EF4-C383-459D-8E79-6BD9194ACEB2}" destId="{F2455312-8C2D-4E7A-8470-13C968B2480A}" srcOrd="9" destOrd="0" presId="urn:microsoft.com/office/officeart/2016/7/layout/RepeatingBendingProcessNew"/>
    <dgm:cxn modelId="{107871E1-8BD2-4FD3-A31B-3F9B152DE82A}" type="presParOf" srcId="{F2455312-8C2D-4E7A-8470-13C968B2480A}" destId="{517DA235-EFFE-4D74-9EFE-DB13C7BC8C7D}" srcOrd="0" destOrd="0" presId="urn:microsoft.com/office/officeart/2016/7/layout/RepeatingBendingProcessNew"/>
    <dgm:cxn modelId="{5E96559E-3836-4ED9-850B-AC60A0CC507E}" type="presParOf" srcId="{077D5EF4-C383-459D-8E79-6BD9194ACEB2}" destId="{7FC34070-6583-4986-A774-0965F7568944}" srcOrd="10" destOrd="0" presId="urn:microsoft.com/office/officeart/2016/7/layout/RepeatingBendingProcessNew"/>
    <dgm:cxn modelId="{948F7FCB-39B0-4716-836B-BDDCF1091BE0}" type="presParOf" srcId="{077D5EF4-C383-459D-8E79-6BD9194ACEB2}" destId="{286F946C-A3EF-4AD6-9BDD-B869F3B95D0C}" srcOrd="11" destOrd="0" presId="urn:microsoft.com/office/officeart/2016/7/layout/RepeatingBendingProcessNew"/>
    <dgm:cxn modelId="{74130E80-0829-471C-B24D-34AF0369EDD1}" type="presParOf" srcId="{286F946C-A3EF-4AD6-9BDD-B869F3B95D0C}" destId="{E1EDC008-003C-4C66-88E0-B0E178BF5300}" srcOrd="0" destOrd="0" presId="urn:microsoft.com/office/officeart/2016/7/layout/RepeatingBendingProcessNew"/>
    <dgm:cxn modelId="{D7152AA5-B62F-430B-9ECF-100EA19F37E5}" type="presParOf" srcId="{077D5EF4-C383-459D-8E79-6BD9194ACEB2}" destId="{BCE5F6B2-5F61-41D7-91E7-BA7FD658DE04}" srcOrd="12" destOrd="0" presId="urn:microsoft.com/office/officeart/2016/7/layout/RepeatingBendingProcessNew"/>
    <dgm:cxn modelId="{37670D9E-D03E-4979-BE73-33C15DF204B6}" type="presParOf" srcId="{077D5EF4-C383-459D-8E79-6BD9194ACEB2}" destId="{F1566DD8-4322-4843-8985-0CD7CC342B7E}" srcOrd="13" destOrd="0" presId="urn:microsoft.com/office/officeart/2016/7/layout/RepeatingBendingProcessNew"/>
    <dgm:cxn modelId="{B7C26727-957F-455A-B549-6F6FFD6A0C52}" type="presParOf" srcId="{F1566DD8-4322-4843-8985-0CD7CC342B7E}" destId="{49BA904E-D4B6-43BD-AF70-8B599B3C86FB}" srcOrd="0" destOrd="0" presId="urn:microsoft.com/office/officeart/2016/7/layout/RepeatingBendingProcessNew"/>
    <dgm:cxn modelId="{ECF994A3-4869-484F-B3C0-F102384079AA}" type="presParOf" srcId="{077D5EF4-C383-459D-8E79-6BD9194ACEB2}" destId="{8757CE41-A013-465D-A3BA-C93A1ABC84EB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A6D7FA-4842-4F67-94AF-DB857501EAE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374A16-3A46-481D-9EB8-9EB44F454D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Core Components:</a:t>
          </a:r>
          <a:endParaRPr lang="en-US"/>
        </a:p>
      </dgm:t>
    </dgm:pt>
    <dgm:pt modelId="{85E6264C-4439-4777-8A7C-29BB0E1930DE}" type="parTrans" cxnId="{D150DC04-2427-421B-B8A5-121137F798A3}">
      <dgm:prSet/>
      <dgm:spPr/>
      <dgm:t>
        <a:bodyPr/>
        <a:lstStyle/>
        <a:p>
          <a:endParaRPr lang="en-US"/>
        </a:p>
      </dgm:t>
    </dgm:pt>
    <dgm:pt modelId="{4075DB23-3AC0-40D0-A8ED-DA6566C27C8E}" type="sibTrans" cxnId="{D150DC04-2427-421B-B8A5-121137F798A3}">
      <dgm:prSet/>
      <dgm:spPr/>
      <dgm:t>
        <a:bodyPr/>
        <a:lstStyle/>
        <a:p>
          <a:endParaRPr lang="en-US"/>
        </a:p>
      </dgm:t>
    </dgm:pt>
    <dgm:pt modelId="{89E472DA-BD89-4AE2-A59C-90A437E511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User Hierarchy</a:t>
          </a:r>
          <a:r>
            <a:rPr lang="en-US"/>
            <a:t> (Inheritance-based)</a:t>
          </a:r>
        </a:p>
      </dgm:t>
    </dgm:pt>
    <dgm:pt modelId="{28E5F862-FBED-4DA7-B8E0-E00EA8D29682}" type="parTrans" cxnId="{6C925D2A-6FD4-4C4C-818A-3F7588469919}">
      <dgm:prSet/>
      <dgm:spPr/>
      <dgm:t>
        <a:bodyPr/>
        <a:lstStyle/>
        <a:p>
          <a:endParaRPr lang="en-US"/>
        </a:p>
      </dgm:t>
    </dgm:pt>
    <dgm:pt modelId="{F9CC2178-9387-462B-B791-84C1B4E0529B}" type="sibTrans" cxnId="{6C925D2A-6FD4-4C4C-818A-3F7588469919}">
      <dgm:prSet/>
      <dgm:spPr/>
      <dgm:t>
        <a:bodyPr/>
        <a:lstStyle/>
        <a:p>
          <a:endParaRPr lang="en-US"/>
        </a:p>
      </dgm:t>
    </dgm:pt>
    <dgm:pt modelId="{743BED5B-70E6-481B-8F53-07DE36AE09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 (Abstract) → Admin, Customer, Chef, Deliveryman</a:t>
          </a:r>
        </a:p>
      </dgm:t>
    </dgm:pt>
    <dgm:pt modelId="{A607B53D-2AE3-4C1C-B36A-F14AE3F33149}" type="parTrans" cxnId="{BF8B5A5D-E969-4ACF-9AB3-5F63A2FA077C}">
      <dgm:prSet/>
      <dgm:spPr/>
      <dgm:t>
        <a:bodyPr/>
        <a:lstStyle/>
        <a:p>
          <a:endParaRPr lang="en-US"/>
        </a:p>
      </dgm:t>
    </dgm:pt>
    <dgm:pt modelId="{1D0DA1B1-E060-4056-A1DE-F1DCABF54493}" type="sibTrans" cxnId="{BF8B5A5D-E969-4ACF-9AB3-5F63A2FA077C}">
      <dgm:prSet/>
      <dgm:spPr/>
      <dgm:t>
        <a:bodyPr/>
        <a:lstStyle/>
        <a:p>
          <a:endParaRPr lang="en-US"/>
        </a:p>
      </dgm:t>
    </dgm:pt>
    <dgm:pt modelId="{89B61E98-507D-4DE3-8982-9252671733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Menu Management</a:t>
          </a:r>
          <a:endParaRPr lang="en-US"/>
        </a:p>
      </dgm:t>
    </dgm:pt>
    <dgm:pt modelId="{2889E5E8-DA5D-497B-9F7B-AE679B117E9D}" type="parTrans" cxnId="{F043203B-4F4A-42C6-85D7-FC94BCF2B3CB}">
      <dgm:prSet/>
      <dgm:spPr/>
      <dgm:t>
        <a:bodyPr/>
        <a:lstStyle/>
        <a:p>
          <a:endParaRPr lang="en-US"/>
        </a:p>
      </dgm:t>
    </dgm:pt>
    <dgm:pt modelId="{97B839A5-5D4E-44DE-B289-2B351B53021B}" type="sibTrans" cxnId="{F043203B-4F4A-42C6-85D7-FC94BCF2B3CB}">
      <dgm:prSet/>
      <dgm:spPr/>
      <dgm:t>
        <a:bodyPr/>
        <a:lstStyle/>
        <a:p>
          <a:endParaRPr lang="en-US"/>
        </a:p>
      </dgm:t>
    </dgm:pt>
    <dgm:pt modelId="{8AFAFFF3-CC1A-4263-885B-211332B456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MenuItem (Abstract) → Food, Beverage</a:t>
          </a:r>
        </a:p>
      </dgm:t>
    </dgm:pt>
    <dgm:pt modelId="{5802A78F-199C-47F5-AE57-46B18A8835CC}" type="parTrans" cxnId="{740A20A3-3201-497C-BF16-82E6929800D4}">
      <dgm:prSet/>
      <dgm:spPr/>
      <dgm:t>
        <a:bodyPr/>
        <a:lstStyle/>
        <a:p>
          <a:endParaRPr lang="en-US"/>
        </a:p>
      </dgm:t>
    </dgm:pt>
    <dgm:pt modelId="{1A01E40B-92C5-4BF6-9611-55B5338BC337}" type="sibTrans" cxnId="{740A20A3-3201-497C-BF16-82E6929800D4}">
      <dgm:prSet/>
      <dgm:spPr/>
      <dgm:t>
        <a:bodyPr/>
        <a:lstStyle/>
        <a:p>
          <a:endParaRPr lang="en-US"/>
        </a:p>
      </dgm:t>
    </dgm:pt>
    <dgm:pt modelId="{77EF1055-B4FA-451C-809C-6C9D280F25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Menu class for CRUD operations</a:t>
          </a:r>
        </a:p>
      </dgm:t>
    </dgm:pt>
    <dgm:pt modelId="{6DE6A030-183F-4154-87B8-FF8D8B4E87F8}" type="parTrans" cxnId="{06A08541-76F1-4BB8-B1D5-9B80806B7C06}">
      <dgm:prSet/>
      <dgm:spPr/>
      <dgm:t>
        <a:bodyPr/>
        <a:lstStyle/>
        <a:p>
          <a:endParaRPr lang="en-US"/>
        </a:p>
      </dgm:t>
    </dgm:pt>
    <dgm:pt modelId="{F79CF253-44AB-4ACF-BBAE-3BF2714E3C40}" type="sibTrans" cxnId="{06A08541-76F1-4BB8-B1D5-9B80806B7C06}">
      <dgm:prSet/>
      <dgm:spPr/>
      <dgm:t>
        <a:bodyPr/>
        <a:lstStyle/>
        <a:p>
          <a:endParaRPr lang="en-US"/>
        </a:p>
      </dgm:t>
    </dgm:pt>
    <dgm:pt modelId="{5300FD03-C4B2-4682-8CEE-48597A5BCB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Order Processing</a:t>
          </a:r>
          <a:endParaRPr lang="en-US"/>
        </a:p>
      </dgm:t>
    </dgm:pt>
    <dgm:pt modelId="{471DC395-DAE7-4629-A0CD-9A9702332B17}" type="parTrans" cxnId="{427D9622-76A4-4BE2-B4AC-376FCB77C733}">
      <dgm:prSet/>
      <dgm:spPr/>
      <dgm:t>
        <a:bodyPr/>
        <a:lstStyle/>
        <a:p>
          <a:endParaRPr lang="en-US"/>
        </a:p>
      </dgm:t>
    </dgm:pt>
    <dgm:pt modelId="{D35AFCAE-1D91-46E1-84D2-BE026CF5EE16}" type="sibTrans" cxnId="{427D9622-76A4-4BE2-B4AC-376FCB77C733}">
      <dgm:prSet/>
      <dgm:spPr/>
      <dgm:t>
        <a:bodyPr/>
        <a:lstStyle/>
        <a:p>
          <a:endParaRPr lang="en-US"/>
        </a:p>
      </dgm:t>
    </dgm:pt>
    <dgm:pt modelId="{89FF08B6-1C43-4154-B108-AD0CC5AB5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Order class with status tracking</a:t>
          </a:r>
        </a:p>
      </dgm:t>
    </dgm:pt>
    <dgm:pt modelId="{744A851D-C271-4381-9353-716B74B18291}" type="parTrans" cxnId="{27E00DCD-4A95-49A0-BE47-47F8B2785AA2}">
      <dgm:prSet/>
      <dgm:spPr/>
      <dgm:t>
        <a:bodyPr/>
        <a:lstStyle/>
        <a:p>
          <a:endParaRPr lang="en-US"/>
        </a:p>
      </dgm:t>
    </dgm:pt>
    <dgm:pt modelId="{B8F0E0C6-BCB3-43D4-8D54-4137D6BB765C}" type="sibTrans" cxnId="{27E00DCD-4A95-49A0-BE47-47F8B2785AA2}">
      <dgm:prSet/>
      <dgm:spPr/>
      <dgm:t>
        <a:bodyPr/>
        <a:lstStyle/>
        <a:p>
          <a:endParaRPr lang="en-US"/>
        </a:p>
      </dgm:t>
    </dgm:pt>
    <dgm:pt modelId="{BB5D4EED-A01A-4AAF-89B5-BBBA5DA773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Database &amp; Persistence</a:t>
          </a:r>
          <a:endParaRPr lang="en-US"/>
        </a:p>
      </dgm:t>
    </dgm:pt>
    <dgm:pt modelId="{D59D46F6-8E8D-40EC-AE4E-0FCE7BBA340C}" type="parTrans" cxnId="{8EA02F15-825F-4CB1-B364-6D924A840F40}">
      <dgm:prSet/>
      <dgm:spPr/>
      <dgm:t>
        <a:bodyPr/>
        <a:lstStyle/>
        <a:p>
          <a:endParaRPr lang="en-US"/>
        </a:p>
      </dgm:t>
    </dgm:pt>
    <dgm:pt modelId="{02F90EF1-5619-4908-958C-D06F9F50E3C4}" type="sibTrans" cxnId="{8EA02F15-825F-4CB1-B364-6D924A840F40}">
      <dgm:prSet/>
      <dgm:spPr/>
      <dgm:t>
        <a:bodyPr/>
        <a:lstStyle/>
        <a:p>
          <a:endParaRPr lang="en-US"/>
        </a:p>
      </dgm:t>
    </dgm:pt>
    <dgm:pt modelId="{F3D50FE2-9991-4668-B8A3-8C584563B4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SystemDatabase for file-based storage</a:t>
          </a:r>
        </a:p>
      </dgm:t>
    </dgm:pt>
    <dgm:pt modelId="{DAFDA8A3-8977-4F99-8FC4-E8318CF0A91E}" type="parTrans" cxnId="{08AB10ED-5F3B-4CD4-AFD7-EA8DB0A2DCD7}">
      <dgm:prSet/>
      <dgm:spPr/>
      <dgm:t>
        <a:bodyPr/>
        <a:lstStyle/>
        <a:p>
          <a:endParaRPr lang="en-US"/>
        </a:p>
      </dgm:t>
    </dgm:pt>
    <dgm:pt modelId="{8FEC9FCB-666A-499C-8A70-56B8067D5032}" type="sibTrans" cxnId="{08AB10ED-5F3B-4CD4-AFD7-EA8DB0A2DCD7}">
      <dgm:prSet/>
      <dgm:spPr/>
      <dgm:t>
        <a:bodyPr/>
        <a:lstStyle/>
        <a:p>
          <a:endParaRPr lang="en-US"/>
        </a:p>
      </dgm:t>
    </dgm:pt>
    <dgm:pt modelId="{93188F05-A2BF-42DF-B809-499421BFA2E2}" type="pres">
      <dgm:prSet presAssocID="{C0A6D7FA-4842-4F67-94AF-DB857501EAEC}" presName="root" presStyleCnt="0">
        <dgm:presLayoutVars>
          <dgm:dir/>
          <dgm:resizeHandles val="exact"/>
        </dgm:presLayoutVars>
      </dgm:prSet>
      <dgm:spPr/>
    </dgm:pt>
    <dgm:pt modelId="{E7C171A5-22D6-4026-99EA-16AD3E690BD9}" type="pres">
      <dgm:prSet presAssocID="{57374A16-3A46-481D-9EB8-9EB44F454D41}" presName="compNode" presStyleCnt="0"/>
      <dgm:spPr/>
    </dgm:pt>
    <dgm:pt modelId="{D01D4CDE-FA53-4ED9-9A2A-7902C1691BBF}" type="pres">
      <dgm:prSet presAssocID="{57374A16-3A46-481D-9EB8-9EB44F454D4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2E07984-5113-454A-A857-51F5FF6F69CE}" type="pres">
      <dgm:prSet presAssocID="{57374A16-3A46-481D-9EB8-9EB44F454D41}" presName="iconSpace" presStyleCnt="0"/>
      <dgm:spPr/>
    </dgm:pt>
    <dgm:pt modelId="{294E6192-5B72-426A-8E9F-97CD98E87360}" type="pres">
      <dgm:prSet presAssocID="{57374A16-3A46-481D-9EB8-9EB44F454D41}" presName="parTx" presStyleLbl="revTx" presStyleIdx="0" presStyleCnt="10">
        <dgm:presLayoutVars>
          <dgm:chMax val="0"/>
          <dgm:chPref val="0"/>
        </dgm:presLayoutVars>
      </dgm:prSet>
      <dgm:spPr/>
    </dgm:pt>
    <dgm:pt modelId="{033DC8F8-D15D-47A2-9E43-75943BC84564}" type="pres">
      <dgm:prSet presAssocID="{57374A16-3A46-481D-9EB8-9EB44F454D41}" presName="txSpace" presStyleCnt="0"/>
      <dgm:spPr/>
    </dgm:pt>
    <dgm:pt modelId="{29FB756F-6DC7-4C5E-9EC5-D7254D1D72BE}" type="pres">
      <dgm:prSet presAssocID="{57374A16-3A46-481D-9EB8-9EB44F454D41}" presName="desTx" presStyleLbl="revTx" presStyleIdx="1" presStyleCnt="10">
        <dgm:presLayoutVars/>
      </dgm:prSet>
      <dgm:spPr/>
    </dgm:pt>
    <dgm:pt modelId="{162088CC-D3C9-448D-9DEE-C8CBD97B0F5A}" type="pres">
      <dgm:prSet presAssocID="{4075DB23-3AC0-40D0-A8ED-DA6566C27C8E}" presName="sibTrans" presStyleCnt="0"/>
      <dgm:spPr/>
    </dgm:pt>
    <dgm:pt modelId="{BC26E8B5-0A74-471C-A043-3EF849559C91}" type="pres">
      <dgm:prSet presAssocID="{89E472DA-BD89-4AE2-A59C-90A437E51195}" presName="compNode" presStyleCnt="0"/>
      <dgm:spPr/>
    </dgm:pt>
    <dgm:pt modelId="{E7600AC0-021C-4297-BD49-B58AA8234442}" type="pres">
      <dgm:prSet presAssocID="{89E472DA-BD89-4AE2-A59C-90A437E5119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06CB4C27-1486-476E-B566-9C340FF46F61}" type="pres">
      <dgm:prSet presAssocID="{89E472DA-BD89-4AE2-A59C-90A437E51195}" presName="iconSpace" presStyleCnt="0"/>
      <dgm:spPr/>
    </dgm:pt>
    <dgm:pt modelId="{79A8BBC0-04D3-49EE-94E4-EC5162A6D585}" type="pres">
      <dgm:prSet presAssocID="{89E472DA-BD89-4AE2-A59C-90A437E51195}" presName="parTx" presStyleLbl="revTx" presStyleIdx="2" presStyleCnt="10">
        <dgm:presLayoutVars>
          <dgm:chMax val="0"/>
          <dgm:chPref val="0"/>
        </dgm:presLayoutVars>
      </dgm:prSet>
      <dgm:spPr/>
    </dgm:pt>
    <dgm:pt modelId="{10B84FA5-05AD-40D9-8A5D-3573337BC598}" type="pres">
      <dgm:prSet presAssocID="{89E472DA-BD89-4AE2-A59C-90A437E51195}" presName="txSpace" presStyleCnt="0"/>
      <dgm:spPr/>
    </dgm:pt>
    <dgm:pt modelId="{8D8BDEED-0900-459B-BC6E-AF28235D29C1}" type="pres">
      <dgm:prSet presAssocID="{89E472DA-BD89-4AE2-A59C-90A437E51195}" presName="desTx" presStyleLbl="revTx" presStyleIdx="3" presStyleCnt="10">
        <dgm:presLayoutVars/>
      </dgm:prSet>
      <dgm:spPr/>
    </dgm:pt>
    <dgm:pt modelId="{E1826EF5-B976-4AE8-9E4E-C9C9DFCA5396}" type="pres">
      <dgm:prSet presAssocID="{F9CC2178-9387-462B-B791-84C1B4E0529B}" presName="sibTrans" presStyleCnt="0"/>
      <dgm:spPr/>
    </dgm:pt>
    <dgm:pt modelId="{BF37DEAB-C1E5-40B0-840F-227F63336C00}" type="pres">
      <dgm:prSet presAssocID="{89B61E98-507D-4DE3-8982-92526717338B}" presName="compNode" presStyleCnt="0"/>
      <dgm:spPr/>
    </dgm:pt>
    <dgm:pt modelId="{EC0FC96D-5704-4011-B2C6-622DEFF117D6}" type="pres">
      <dgm:prSet presAssocID="{89B61E98-507D-4DE3-8982-92526717338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084C2E8-12C4-4E21-9E56-1D685545A592}" type="pres">
      <dgm:prSet presAssocID="{89B61E98-507D-4DE3-8982-92526717338B}" presName="iconSpace" presStyleCnt="0"/>
      <dgm:spPr/>
    </dgm:pt>
    <dgm:pt modelId="{2F9D4A2E-B251-4FD2-91AA-8757DDC0CDAE}" type="pres">
      <dgm:prSet presAssocID="{89B61E98-507D-4DE3-8982-92526717338B}" presName="parTx" presStyleLbl="revTx" presStyleIdx="4" presStyleCnt="10">
        <dgm:presLayoutVars>
          <dgm:chMax val="0"/>
          <dgm:chPref val="0"/>
        </dgm:presLayoutVars>
      </dgm:prSet>
      <dgm:spPr/>
    </dgm:pt>
    <dgm:pt modelId="{530A6523-9592-4B51-80B1-44F50CFCD3F7}" type="pres">
      <dgm:prSet presAssocID="{89B61E98-507D-4DE3-8982-92526717338B}" presName="txSpace" presStyleCnt="0"/>
      <dgm:spPr/>
    </dgm:pt>
    <dgm:pt modelId="{304A87B6-773E-46A5-8C4D-CC47AE120205}" type="pres">
      <dgm:prSet presAssocID="{89B61E98-507D-4DE3-8982-92526717338B}" presName="desTx" presStyleLbl="revTx" presStyleIdx="5" presStyleCnt="10">
        <dgm:presLayoutVars/>
      </dgm:prSet>
      <dgm:spPr/>
    </dgm:pt>
    <dgm:pt modelId="{1F285D2A-429B-42F4-A199-80665E87F14F}" type="pres">
      <dgm:prSet presAssocID="{97B839A5-5D4E-44DE-B289-2B351B53021B}" presName="sibTrans" presStyleCnt="0"/>
      <dgm:spPr/>
    </dgm:pt>
    <dgm:pt modelId="{AD10747F-131A-4A49-AB1A-9ED005F4F56F}" type="pres">
      <dgm:prSet presAssocID="{5300FD03-C4B2-4682-8CEE-48597A5BCBD5}" presName="compNode" presStyleCnt="0"/>
      <dgm:spPr/>
    </dgm:pt>
    <dgm:pt modelId="{BBD74B30-D254-4B22-B0D2-6A97F5863BE8}" type="pres">
      <dgm:prSet presAssocID="{5300FD03-C4B2-4682-8CEE-48597A5BCBD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89A015C-8560-42A8-9E5A-F82D9723B427}" type="pres">
      <dgm:prSet presAssocID="{5300FD03-C4B2-4682-8CEE-48597A5BCBD5}" presName="iconSpace" presStyleCnt="0"/>
      <dgm:spPr/>
    </dgm:pt>
    <dgm:pt modelId="{FA2983DD-2A1C-4E4F-B6D5-E0CD0C30D6CC}" type="pres">
      <dgm:prSet presAssocID="{5300FD03-C4B2-4682-8CEE-48597A5BCBD5}" presName="parTx" presStyleLbl="revTx" presStyleIdx="6" presStyleCnt="10">
        <dgm:presLayoutVars>
          <dgm:chMax val="0"/>
          <dgm:chPref val="0"/>
        </dgm:presLayoutVars>
      </dgm:prSet>
      <dgm:spPr/>
    </dgm:pt>
    <dgm:pt modelId="{14FB4622-1C00-4BD0-8825-A0DB45BBDCDF}" type="pres">
      <dgm:prSet presAssocID="{5300FD03-C4B2-4682-8CEE-48597A5BCBD5}" presName="txSpace" presStyleCnt="0"/>
      <dgm:spPr/>
    </dgm:pt>
    <dgm:pt modelId="{26C5BE99-571D-4CFE-AF58-95D38D0E525A}" type="pres">
      <dgm:prSet presAssocID="{5300FD03-C4B2-4682-8CEE-48597A5BCBD5}" presName="desTx" presStyleLbl="revTx" presStyleIdx="7" presStyleCnt="10">
        <dgm:presLayoutVars/>
      </dgm:prSet>
      <dgm:spPr/>
    </dgm:pt>
    <dgm:pt modelId="{3DA26D41-1B50-444B-82F9-B67D5D0197D8}" type="pres">
      <dgm:prSet presAssocID="{D35AFCAE-1D91-46E1-84D2-BE026CF5EE16}" presName="sibTrans" presStyleCnt="0"/>
      <dgm:spPr/>
    </dgm:pt>
    <dgm:pt modelId="{25E04B74-4372-40BB-B8AD-56B3C803AA1C}" type="pres">
      <dgm:prSet presAssocID="{BB5D4EED-A01A-4AAF-89B5-BBBA5DA7736B}" presName="compNode" presStyleCnt="0"/>
      <dgm:spPr/>
    </dgm:pt>
    <dgm:pt modelId="{FD54FF98-0B40-4D01-A5EA-45487F1D145A}" type="pres">
      <dgm:prSet presAssocID="{BB5D4EED-A01A-4AAF-89B5-BBBA5DA7736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83FC9D-12CB-4F13-9B2C-3C3F4ABE555E}" type="pres">
      <dgm:prSet presAssocID="{BB5D4EED-A01A-4AAF-89B5-BBBA5DA7736B}" presName="iconSpace" presStyleCnt="0"/>
      <dgm:spPr/>
    </dgm:pt>
    <dgm:pt modelId="{5BDDA273-2D90-4B25-A20F-F932C3B6DDC1}" type="pres">
      <dgm:prSet presAssocID="{BB5D4EED-A01A-4AAF-89B5-BBBA5DA7736B}" presName="parTx" presStyleLbl="revTx" presStyleIdx="8" presStyleCnt="10">
        <dgm:presLayoutVars>
          <dgm:chMax val="0"/>
          <dgm:chPref val="0"/>
        </dgm:presLayoutVars>
      </dgm:prSet>
      <dgm:spPr/>
    </dgm:pt>
    <dgm:pt modelId="{81F71823-5C64-4AF4-B557-662B339084F5}" type="pres">
      <dgm:prSet presAssocID="{BB5D4EED-A01A-4AAF-89B5-BBBA5DA7736B}" presName="txSpace" presStyleCnt="0"/>
      <dgm:spPr/>
    </dgm:pt>
    <dgm:pt modelId="{1E52A017-7421-4468-882F-DE94FBD1234E}" type="pres">
      <dgm:prSet presAssocID="{BB5D4EED-A01A-4AAF-89B5-BBBA5DA7736B}" presName="desTx" presStyleLbl="revTx" presStyleIdx="9" presStyleCnt="10">
        <dgm:presLayoutVars/>
      </dgm:prSet>
      <dgm:spPr/>
    </dgm:pt>
  </dgm:ptLst>
  <dgm:cxnLst>
    <dgm:cxn modelId="{D150DC04-2427-421B-B8A5-121137F798A3}" srcId="{C0A6D7FA-4842-4F67-94AF-DB857501EAEC}" destId="{57374A16-3A46-481D-9EB8-9EB44F454D41}" srcOrd="0" destOrd="0" parTransId="{85E6264C-4439-4777-8A7C-29BB0E1930DE}" sibTransId="{4075DB23-3AC0-40D0-A8ED-DA6566C27C8E}"/>
    <dgm:cxn modelId="{8EA02F15-825F-4CB1-B364-6D924A840F40}" srcId="{C0A6D7FA-4842-4F67-94AF-DB857501EAEC}" destId="{BB5D4EED-A01A-4AAF-89B5-BBBA5DA7736B}" srcOrd="4" destOrd="0" parTransId="{D59D46F6-8E8D-40EC-AE4E-0FCE7BBA340C}" sibTransId="{02F90EF1-5619-4908-958C-D06F9F50E3C4}"/>
    <dgm:cxn modelId="{427D9622-76A4-4BE2-B4AC-376FCB77C733}" srcId="{C0A6D7FA-4842-4F67-94AF-DB857501EAEC}" destId="{5300FD03-C4B2-4682-8CEE-48597A5BCBD5}" srcOrd="3" destOrd="0" parTransId="{471DC395-DAE7-4629-A0CD-9A9702332B17}" sibTransId="{D35AFCAE-1D91-46E1-84D2-BE026CF5EE16}"/>
    <dgm:cxn modelId="{6C925D2A-6FD4-4C4C-818A-3F7588469919}" srcId="{C0A6D7FA-4842-4F67-94AF-DB857501EAEC}" destId="{89E472DA-BD89-4AE2-A59C-90A437E51195}" srcOrd="1" destOrd="0" parTransId="{28E5F862-FBED-4DA7-B8E0-E00EA8D29682}" sibTransId="{F9CC2178-9387-462B-B791-84C1B4E0529B}"/>
    <dgm:cxn modelId="{74042E3A-53D9-43C2-BD94-8772B4557ED1}" type="presOf" srcId="{8AFAFFF3-CC1A-4263-885B-211332B456AC}" destId="{304A87B6-773E-46A5-8C4D-CC47AE120205}" srcOrd="0" destOrd="0" presId="urn:microsoft.com/office/officeart/2018/2/layout/IconLabelDescriptionList"/>
    <dgm:cxn modelId="{F043203B-4F4A-42C6-85D7-FC94BCF2B3CB}" srcId="{C0A6D7FA-4842-4F67-94AF-DB857501EAEC}" destId="{89B61E98-507D-4DE3-8982-92526717338B}" srcOrd="2" destOrd="0" parTransId="{2889E5E8-DA5D-497B-9F7B-AE679B117E9D}" sibTransId="{97B839A5-5D4E-44DE-B289-2B351B53021B}"/>
    <dgm:cxn modelId="{627A7C5B-5CB3-41D4-9E00-9D2DAABF0BDE}" type="presOf" srcId="{5300FD03-C4B2-4682-8CEE-48597A5BCBD5}" destId="{FA2983DD-2A1C-4E4F-B6D5-E0CD0C30D6CC}" srcOrd="0" destOrd="0" presId="urn:microsoft.com/office/officeart/2018/2/layout/IconLabelDescriptionList"/>
    <dgm:cxn modelId="{BF8B5A5D-E969-4ACF-9AB3-5F63A2FA077C}" srcId="{89E472DA-BD89-4AE2-A59C-90A437E51195}" destId="{743BED5B-70E6-481B-8F53-07DE36AE096A}" srcOrd="0" destOrd="0" parTransId="{A607B53D-2AE3-4C1C-B36A-F14AE3F33149}" sibTransId="{1D0DA1B1-E060-4056-A1DE-F1DCABF54493}"/>
    <dgm:cxn modelId="{06A08541-76F1-4BB8-B1D5-9B80806B7C06}" srcId="{89B61E98-507D-4DE3-8982-92526717338B}" destId="{77EF1055-B4FA-451C-809C-6C9D280F2549}" srcOrd="1" destOrd="0" parTransId="{6DE6A030-183F-4154-87B8-FF8D8B4E87F8}" sibTransId="{F79CF253-44AB-4ACF-BBAE-3BF2714E3C40}"/>
    <dgm:cxn modelId="{ED4B3E47-3435-4C9E-8C16-F1269152CD02}" type="presOf" srcId="{89B61E98-507D-4DE3-8982-92526717338B}" destId="{2F9D4A2E-B251-4FD2-91AA-8757DDC0CDAE}" srcOrd="0" destOrd="0" presId="urn:microsoft.com/office/officeart/2018/2/layout/IconLabelDescriptionList"/>
    <dgm:cxn modelId="{C30CCF78-9E5D-4EC2-9E92-7C57B6C789DB}" type="presOf" srcId="{89FF08B6-1C43-4154-B108-AD0CC5AB5F1F}" destId="{26C5BE99-571D-4CFE-AF58-95D38D0E525A}" srcOrd="0" destOrd="0" presId="urn:microsoft.com/office/officeart/2018/2/layout/IconLabelDescriptionList"/>
    <dgm:cxn modelId="{3710878D-DBF9-44CB-A94F-9BE7C5F94995}" type="presOf" srcId="{F3D50FE2-9991-4668-B8A3-8C584563B4D5}" destId="{1E52A017-7421-4468-882F-DE94FBD1234E}" srcOrd="0" destOrd="0" presId="urn:microsoft.com/office/officeart/2018/2/layout/IconLabelDescriptionList"/>
    <dgm:cxn modelId="{FF718198-C6D2-40B0-A095-30C0B8E48F5E}" type="presOf" srcId="{743BED5B-70E6-481B-8F53-07DE36AE096A}" destId="{8D8BDEED-0900-459B-BC6E-AF28235D29C1}" srcOrd="0" destOrd="0" presId="urn:microsoft.com/office/officeart/2018/2/layout/IconLabelDescriptionList"/>
    <dgm:cxn modelId="{740A20A3-3201-497C-BF16-82E6929800D4}" srcId="{89B61E98-507D-4DE3-8982-92526717338B}" destId="{8AFAFFF3-CC1A-4263-885B-211332B456AC}" srcOrd="0" destOrd="0" parTransId="{5802A78F-199C-47F5-AE57-46B18A8835CC}" sibTransId="{1A01E40B-92C5-4BF6-9611-55B5338BC337}"/>
    <dgm:cxn modelId="{27E00DCD-4A95-49A0-BE47-47F8B2785AA2}" srcId="{5300FD03-C4B2-4682-8CEE-48597A5BCBD5}" destId="{89FF08B6-1C43-4154-B108-AD0CC5AB5F1F}" srcOrd="0" destOrd="0" parTransId="{744A851D-C271-4381-9353-716B74B18291}" sibTransId="{B8F0E0C6-BCB3-43D4-8D54-4137D6BB765C}"/>
    <dgm:cxn modelId="{E48ECBD0-9B25-4D45-8EA9-E0564B6C1DB1}" type="presOf" srcId="{57374A16-3A46-481D-9EB8-9EB44F454D41}" destId="{294E6192-5B72-426A-8E9F-97CD98E87360}" srcOrd="0" destOrd="0" presId="urn:microsoft.com/office/officeart/2018/2/layout/IconLabelDescriptionList"/>
    <dgm:cxn modelId="{0DCE2BDD-C5FF-4FB7-90DC-B226DC9D8D97}" type="presOf" srcId="{89E472DA-BD89-4AE2-A59C-90A437E51195}" destId="{79A8BBC0-04D3-49EE-94E4-EC5162A6D585}" srcOrd="0" destOrd="0" presId="urn:microsoft.com/office/officeart/2018/2/layout/IconLabelDescriptionList"/>
    <dgm:cxn modelId="{799045E0-4DF9-4D37-9092-880A323F58AB}" type="presOf" srcId="{C0A6D7FA-4842-4F67-94AF-DB857501EAEC}" destId="{93188F05-A2BF-42DF-B809-499421BFA2E2}" srcOrd="0" destOrd="0" presId="urn:microsoft.com/office/officeart/2018/2/layout/IconLabelDescriptionList"/>
    <dgm:cxn modelId="{F54FF3E5-FAF2-4C0B-9E33-A42C8C87DE14}" type="presOf" srcId="{77EF1055-B4FA-451C-809C-6C9D280F2549}" destId="{304A87B6-773E-46A5-8C4D-CC47AE120205}" srcOrd="0" destOrd="1" presId="urn:microsoft.com/office/officeart/2018/2/layout/IconLabelDescriptionList"/>
    <dgm:cxn modelId="{754CB6EB-C2CE-41A5-B777-96AF788B190A}" type="presOf" srcId="{BB5D4EED-A01A-4AAF-89B5-BBBA5DA7736B}" destId="{5BDDA273-2D90-4B25-A20F-F932C3B6DDC1}" srcOrd="0" destOrd="0" presId="urn:microsoft.com/office/officeart/2018/2/layout/IconLabelDescriptionList"/>
    <dgm:cxn modelId="{08AB10ED-5F3B-4CD4-AFD7-EA8DB0A2DCD7}" srcId="{BB5D4EED-A01A-4AAF-89B5-BBBA5DA7736B}" destId="{F3D50FE2-9991-4668-B8A3-8C584563B4D5}" srcOrd="0" destOrd="0" parTransId="{DAFDA8A3-8977-4F99-8FC4-E8318CF0A91E}" sibTransId="{8FEC9FCB-666A-499C-8A70-56B8067D5032}"/>
    <dgm:cxn modelId="{9AB594AB-7B2C-40F5-AB6B-29760A2AB902}" type="presParOf" srcId="{93188F05-A2BF-42DF-B809-499421BFA2E2}" destId="{E7C171A5-22D6-4026-99EA-16AD3E690BD9}" srcOrd="0" destOrd="0" presId="urn:microsoft.com/office/officeart/2018/2/layout/IconLabelDescriptionList"/>
    <dgm:cxn modelId="{33D699F5-5B53-4E7B-B700-DC123A215966}" type="presParOf" srcId="{E7C171A5-22D6-4026-99EA-16AD3E690BD9}" destId="{D01D4CDE-FA53-4ED9-9A2A-7902C1691BBF}" srcOrd="0" destOrd="0" presId="urn:microsoft.com/office/officeart/2018/2/layout/IconLabelDescriptionList"/>
    <dgm:cxn modelId="{A6B3B99A-D657-4C99-80B9-AAC568189D9B}" type="presParOf" srcId="{E7C171A5-22D6-4026-99EA-16AD3E690BD9}" destId="{12E07984-5113-454A-A857-51F5FF6F69CE}" srcOrd="1" destOrd="0" presId="urn:microsoft.com/office/officeart/2018/2/layout/IconLabelDescriptionList"/>
    <dgm:cxn modelId="{2F040CA0-3BC2-43FD-8D72-D7A8132E065C}" type="presParOf" srcId="{E7C171A5-22D6-4026-99EA-16AD3E690BD9}" destId="{294E6192-5B72-426A-8E9F-97CD98E87360}" srcOrd="2" destOrd="0" presId="urn:microsoft.com/office/officeart/2018/2/layout/IconLabelDescriptionList"/>
    <dgm:cxn modelId="{71474E74-F111-4A8A-AA71-D780EE669566}" type="presParOf" srcId="{E7C171A5-22D6-4026-99EA-16AD3E690BD9}" destId="{033DC8F8-D15D-47A2-9E43-75943BC84564}" srcOrd="3" destOrd="0" presId="urn:microsoft.com/office/officeart/2018/2/layout/IconLabelDescriptionList"/>
    <dgm:cxn modelId="{099489D3-7A30-4E57-85CC-E496AC694450}" type="presParOf" srcId="{E7C171A5-22D6-4026-99EA-16AD3E690BD9}" destId="{29FB756F-6DC7-4C5E-9EC5-D7254D1D72BE}" srcOrd="4" destOrd="0" presId="urn:microsoft.com/office/officeart/2018/2/layout/IconLabelDescriptionList"/>
    <dgm:cxn modelId="{F9219521-06D8-423A-A5B0-3FF0523D5FB1}" type="presParOf" srcId="{93188F05-A2BF-42DF-B809-499421BFA2E2}" destId="{162088CC-D3C9-448D-9DEE-C8CBD97B0F5A}" srcOrd="1" destOrd="0" presId="urn:microsoft.com/office/officeart/2018/2/layout/IconLabelDescriptionList"/>
    <dgm:cxn modelId="{5F61F0A1-4F1D-4BE8-AC26-8B6ABA4E691F}" type="presParOf" srcId="{93188F05-A2BF-42DF-B809-499421BFA2E2}" destId="{BC26E8B5-0A74-471C-A043-3EF849559C91}" srcOrd="2" destOrd="0" presId="urn:microsoft.com/office/officeart/2018/2/layout/IconLabelDescriptionList"/>
    <dgm:cxn modelId="{C2617629-26DF-4EA8-B5D4-BC59FDF2A67F}" type="presParOf" srcId="{BC26E8B5-0A74-471C-A043-3EF849559C91}" destId="{E7600AC0-021C-4297-BD49-B58AA8234442}" srcOrd="0" destOrd="0" presId="urn:microsoft.com/office/officeart/2018/2/layout/IconLabelDescriptionList"/>
    <dgm:cxn modelId="{C35A5919-2676-42F1-AEAE-EF5579ECDE78}" type="presParOf" srcId="{BC26E8B5-0A74-471C-A043-3EF849559C91}" destId="{06CB4C27-1486-476E-B566-9C340FF46F61}" srcOrd="1" destOrd="0" presId="urn:microsoft.com/office/officeart/2018/2/layout/IconLabelDescriptionList"/>
    <dgm:cxn modelId="{D9585376-518C-4B18-A277-60211C700A1C}" type="presParOf" srcId="{BC26E8B5-0A74-471C-A043-3EF849559C91}" destId="{79A8BBC0-04D3-49EE-94E4-EC5162A6D585}" srcOrd="2" destOrd="0" presId="urn:microsoft.com/office/officeart/2018/2/layout/IconLabelDescriptionList"/>
    <dgm:cxn modelId="{8F2E0851-0F07-42A0-A4E3-C3648ECBA5B7}" type="presParOf" srcId="{BC26E8B5-0A74-471C-A043-3EF849559C91}" destId="{10B84FA5-05AD-40D9-8A5D-3573337BC598}" srcOrd="3" destOrd="0" presId="urn:microsoft.com/office/officeart/2018/2/layout/IconLabelDescriptionList"/>
    <dgm:cxn modelId="{FC110E5B-52C1-4929-A512-08892F10E373}" type="presParOf" srcId="{BC26E8B5-0A74-471C-A043-3EF849559C91}" destId="{8D8BDEED-0900-459B-BC6E-AF28235D29C1}" srcOrd="4" destOrd="0" presId="urn:microsoft.com/office/officeart/2018/2/layout/IconLabelDescriptionList"/>
    <dgm:cxn modelId="{03A6492C-9835-4DA2-B34F-90BD26F3C064}" type="presParOf" srcId="{93188F05-A2BF-42DF-B809-499421BFA2E2}" destId="{E1826EF5-B976-4AE8-9E4E-C9C9DFCA5396}" srcOrd="3" destOrd="0" presId="urn:microsoft.com/office/officeart/2018/2/layout/IconLabelDescriptionList"/>
    <dgm:cxn modelId="{FF89304A-0C14-4CB1-BEFC-691E452269C5}" type="presParOf" srcId="{93188F05-A2BF-42DF-B809-499421BFA2E2}" destId="{BF37DEAB-C1E5-40B0-840F-227F63336C00}" srcOrd="4" destOrd="0" presId="urn:microsoft.com/office/officeart/2018/2/layout/IconLabelDescriptionList"/>
    <dgm:cxn modelId="{5C5A5C17-4AA6-43E6-9F8E-A5A7FEFD9722}" type="presParOf" srcId="{BF37DEAB-C1E5-40B0-840F-227F63336C00}" destId="{EC0FC96D-5704-4011-B2C6-622DEFF117D6}" srcOrd="0" destOrd="0" presId="urn:microsoft.com/office/officeart/2018/2/layout/IconLabelDescriptionList"/>
    <dgm:cxn modelId="{4C1395D4-DD12-40C4-84DE-37D3BA33E0DD}" type="presParOf" srcId="{BF37DEAB-C1E5-40B0-840F-227F63336C00}" destId="{A084C2E8-12C4-4E21-9E56-1D685545A592}" srcOrd="1" destOrd="0" presId="urn:microsoft.com/office/officeart/2018/2/layout/IconLabelDescriptionList"/>
    <dgm:cxn modelId="{F20355E2-2140-4BFE-BAEB-23EAE81E6B73}" type="presParOf" srcId="{BF37DEAB-C1E5-40B0-840F-227F63336C00}" destId="{2F9D4A2E-B251-4FD2-91AA-8757DDC0CDAE}" srcOrd="2" destOrd="0" presId="urn:microsoft.com/office/officeart/2018/2/layout/IconLabelDescriptionList"/>
    <dgm:cxn modelId="{D31E46F7-A240-410F-8ADD-6B5DF8B9A2EB}" type="presParOf" srcId="{BF37DEAB-C1E5-40B0-840F-227F63336C00}" destId="{530A6523-9592-4B51-80B1-44F50CFCD3F7}" srcOrd="3" destOrd="0" presId="urn:microsoft.com/office/officeart/2018/2/layout/IconLabelDescriptionList"/>
    <dgm:cxn modelId="{8616AF2E-D7BE-452B-8D17-052F2571300C}" type="presParOf" srcId="{BF37DEAB-C1E5-40B0-840F-227F63336C00}" destId="{304A87B6-773E-46A5-8C4D-CC47AE120205}" srcOrd="4" destOrd="0" presId="urn:microsoft.com/office/officeart/2018/2/layout/IconLabelDescriptionList"/>
    <dgm:cxn modelId="{61D8330E-0908-4E16-8AE2-41A39334E104}" type="presParOf" srcId="{93188F05-A2BF-42DF-B809-499421BFA2E2}" destId="{1F285D2A-429B-42F4-A199-80665E87F14F}" srcOrd="5" destOrd="0" presId="urn:microsoft.com/office/officeart/2018/2/layout/IconLabelDescriptionList"/>
    <dgm:cxn modelId="{5DFDC532-15AB-44D6-9D5A-C83194E4ED27}" type="presParOf" srcId="{93188F05-A2BF-42DF-B809-499421BFA2E2}" destId="{AD10747F-131A-4A49-AB1A-9ED005F4F56F}" srcOrd="6" destOrd="0" presId="urn:microsoft.com/office/officeart/2018/2/layout/IconLabelDescriptionList"/>
    <dgm:cxn modelId="{1D1ABA4A-4D0C-4F6B-BCB6-ACBF14366046}" type="presParOf" srcId="{AD10747F-131A-4A49-AB1A-9ED005F4F56F}" destId="{BBD74B30-D254-4B22-B0D2-6A97F5863BE8}" srcOrd="0" destOrd="0" presId="urn:microsoft.com/office/officeart/2018/2/layout/IconLabelDescriptionList"/>
    <dgm:cxn modelId="{A63389CF-9BE9-4D61-89D2-90D82F109049}" type="presParOf" srcId="{AD10747F-131A-4A49-AB1A-9ED005F4F56F}" destId="{389A015C-8560-42A8-9E5A-F82D9723B427}" srcOrd="1" destOrd="0" presId="urn:microsoft.com/office/officeart/2018/2/layout/IconLabelDescriptionList"/>
    <dgm:cxn modelId="{02ABE8BD-1A9B-4143-8F02-3B754FDC3BFB}" type="presParOf" srcId="{AD10747F-131A-4A49-AB1A-9ED005F4F56F}" destId="{FA2983DD-2A1C-4E4F-B6D5-E0CD0C30D6CC}" srcOrd="2" destOrd="0" presId="urn:microsoft.com/office/officeart/2018/2/layout/IconLabelDescriptionList"/>
    <dgm:cxn modelId="{A99605AC-9A9A-47C1-B573-5E31CD0AFA24}" type="presParOf" srcId="{AD10747F-131A-4A49-AB1A-9ED005F4F56F}" destId="{14FB4622-1C00-4BD0-8825-A0DB45BBDCDF}" srcOrd="3" destOrd="0" presId="urn:microsoft.com/office/officeart/2018/2/layout/IconLabelDescriptionList"/>
    <dgm:cxn modelId="{11FE3248-4615-4372-821D-6EAB4EB28655}" type="presParOf" srcId="{AD10747F-131A-4A49-AB1A-9ED005F4F56F}" destId="{26C5BE99-571D-4CFE-AF58-95D38D0E525A}" srcOrd="4" destOrd="0" presId="urn:microsoft.com/office/officeart/2018/2/layout/IconLabelDescriptionList"/>
    <dgm:cxn modelId="{D826DA7B-3A0B-4A34-A124-40693B9B0CEF}" type="presParOf" srcId="{93188F05-A2BF-42DF-B809-499421BFA2E2}" destId="{3DA26D41-1B50-444B-82F9-B67D5D0197D8}" srcOrd="7" destOrd="0" presId="urn:microsoft.com/office/officeart/2018/2/layout/IconLabelDescriptionList"/>
    <dgm:cxn modelId="{34FA85C8-C823-48C7-BD6C-F7B8C9F6E55A}" type="presParOf" srcId="{93188F05-A2BF-42DF-B809-499421BFA2E2}" destId="{25E04B74-4372-40BB-B8AD-56B3C803AA1C}" srcOrd="8" destOrd="0" presId="urn:microsoft.com/office/officeart/2018/2/layout/IconLabelDescriptionList"/>
    <dgm:cxn modelId="{30402E8B-452D-4AE7-9F15-99BB635E3E37}" type="presParOf" srcId="{25E04B74-4372-40BB-B8AD-56B3C803AA1C}" destId="{FD54FF98-0B40-4D01-A5EA-45487F1D145A}" srcOrd="0" destOrd="0" presId="urn:microsoft.com/office/officeart/2018/2/layout/IconLabelDescriptionList"/>
    <dgm:cxn modelId="{462848BC-07AC-42A0-842C-FA9BEF9A88FC}" type="presParOf" srcId="{25E04B74-4372-40BB-B8AD-56B3C803AA1C}" destId="{6083FC9D-12CB-4F13-9B2C-3C3F4ABE555E}" srcOrd="1" destOrd="0" presId="urn:microsoft.com/office/officeart/2018/2/layout/IconLabelDescriptionList"/>
    <dgm:cxn modelId="{E3563574-A2B5-4F23-8818-1DAD1FD46352}" type="presParOf" srcId="{25E04B74-4372-40BB-B8AD-56B3C803AA1C}" destId="{5BDDA273-2D90-4B25-A20F-F932C3B6DDC1}" srcOrd="2" destOrd="0" presId="urn:microsoft.com/office/officeart/2018/2/layout/IconLabelDescriptionList"/>
    <dgm:cxn modelId="{E7058708-1448-46C2-92AC-2E150B83730D}" type="presParOf" srcId="{25E04B74-4372-40BB-B8AD-56B3C803AA1C}" destId="{81F71823-5C64-4AF4-B557-662B339084F5}" srcOrd="3" destOrd="0" presId="urn:microsoft.com/office/officeart/2018/2/layout/IconLabelDescriptionList"/>
    <dgm:cxn modelId="{4B292B5A-CCE7-4FA1-AEA1-61F9A1126AB3}" type="presParOf" srcId="{25E04B74-4372-40BB-B8AD-56B3C803AA1C}" destId="{1E52A017-7421-4468-882F-DE94FBD1234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F760E3-391E-479D-9D7A-5F2256D8D8B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C007FF-D4B4-4D96-8235-945378906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Adding meal plans</a:t>
          </a:r>
        </a:p>
      </dgm:t>
    </dgm:pt>
    <dgm:pt modelId="{B4F67F7D-44F7-42B5-A222-58D9587A790B}" type="parTrans" cxnId="{221CDE04-2B91-4B13-9BD7-805D405D7864}">
      <dgm:prSet/>
      <dgm:spPr/>
      <dgm:t>
        <a:bodyPr/>
        <a:lstStyle/>
        <a:p>
          <a:endParaRPr lang="en-US"/>
        </a:p>
      </dgm:t>
    </dgm:pt>
    <dgm:pt modelId="{319C5899-DFDC-47AB-8F2D-067833EABD5B}" type="sibTrans" cxnId="{221CDE04-2B91-4B13-9BD7-805D405D7864}">
      <dgm:prSet/>
      <dgm:spPr/>
      <dgm:t>
        <a:bodyPr/>
        <a:lstStyle/>
        <a:p>
          <a:endParaRPr lang="en-US"/>
        </a:p>
      </dgm:t>
    </dgm:pt>
    <dgm:pt modelId="{420DCD4A-4130-429D-B054-235D942876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Develop</a:t>
          </a:r>
          <a:r>
            <a:rPr lang="en-US"/>
            <a:t> mobile app</a:t>
          </a:r>
        </a:p>
      </dgm:t>
    </dgm:pt>
    <dgm:pt modelId="{356B6493-6C14-4593-88B8-5E9C636287C2}" type="parTrans" cxnId="{5E61DE43-0A7F-40D4-9643-6EAFEF9F5A6F}">
      <dgm:prSet/>
      <dgm:spPr/>
      <dgm:t>
        <a:bodyPr/>
        <a:lstStyle/>
        <a:p>
          <a:endParaRPr lang="en-US"/>
        </a:p>
      </dgm:t>
    </dgm:pt>
    <dgm:pt modelId="{ACB1E11D-00EE-4B52-AB89-25FF3B94F92F}" type="sibTrans" cxnId="{5E61DE43-0A7F-40D4-9643-6EAFEF9F5A6F}">
      <dgm:prSet/>
      <dgm:spPr/>
      <dgm:t>
        <a:bodyPr/>
        <a:lstStyle/>
        <a:p>
          <a:endParaRPr lang="en-US"/>
        </a:p>
      </dgm:t>
    </dgm:pt>
    <dgm:pt modelId="{3B1AB9E5-93B3-44D4-AD15-975C3807D7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driven recommendations</a:t>
          </a:r>
        </a:p>
      </dgm:t>
    </dgm:pt>
    <dgm:pt modelId="{056B67B5-714A-4E25-82A6-228D9875270A}" type="parTrans" cxnId="{C05683D1-8A38-419B-872C-CD0DE9652711}">
      <dgm:prSet/>
      <dgm:spPr/>
      <dgm:t>
        <a:bodyPr/>
        <a:lstStyle/>
        <a:p>
          <a:endParaRPr lang="en-US"/>
        </a:p>
      </dgm:t>
    </dgm:pt>
    <dgm:pt modelId="{BD87B913-6D2A-4005-A9C2-C3426E89AB0A}" type="sibTrans" cxnId="{C05683D1-8A38-419B-872C-CD0DE9652711}">
      <dgm:prSet/>
      <dgm:spPr/>
      <dgm:t>
        <a:bodyPr/>
        <a:lstStyle/>
        <a:p>
          <a:endParaRPr lang="en-US"/>
        </a:p>
      </dgm:t>
    </dgm:pt>
    <dgm:pt modelId="{E0A01A6A-0158-4CAD-B94A-2E55D0FB848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a </a:t>
          </a:r>
          <a:r>
            <a:rPr lang="en-US" b="1"/>
            <a:t>user-friendly GUI</a:t>
          </a:r>
          <a:endParaRPr lang="en-US">
            <a:latin typeface="Aptos Display" panose="020F0302020204030204"/>
          </a:endParaRPr>
        </a:p>
      </dgm:t>
    </dgm:pt>
    <dgm:pt modelId="{0A5050D5-10B7-4A08-9407-A6090028F565}" type="parTrans" cxnId="{6EEE7FCD-63F7-415E-9B65-4C066CE82B0A}">
      <dgm:prSet/>
      <dgm:spPr/>
    </dgm:pt>
    <dgm:pt modelId="{C15B3E4C-B170-4745-9880-699E326D8F6A}" type="sibTrans" cxnId="{6EEE7FCD-63F7-415E-9B65-4C066CE82B0A}">
      <dgm:prSet/>
      <dgm:spPr/>
    </dgm:pt>
    <dgm:pt modelId="{726097E1-803D-46EF-B8B5-CD6E9F3CD2AC}" type="pres">
      <dgm:prSet presAssocID="{64F760E3-391E-479D-9D7A-5F2256D8D8BD}" presName="root" presStyleCnt="0">
        <dgm:presLayoutVars>
          <dgm:dir/>
          <dgm:resizeHandles val="exact"/>
        </dgm:presLayoutVars>
      </dgm:prSet>
      <dgm:spPr/>
    </dgm:pt>
    <dgm:pt modelId="{A31D95E3-0A31-4209-B530-85B52EBBB5B0}" type="pres">
      <dgm:prSet presAssocID="{C9C007FF-D4B4-4D96-8235-945378906DB8}" presName="compNode" presStyleCnt="0"/>
      <dgm:spPr/>
    </dgm:pt>
    <dgm:pt modelId="{68BC043E-7858-4551-BE98-F55BC7D09B67}" type="pres">
      <dgm:prSet presAssocID="{C9C007FF-D4B4-4D96-8235-945378906DB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763D0B99-CBB2-4D25-8BCE-F6891F58BA40}" type="pres">
      <dgm:prSet presAssocID="{C9C007FF-D4B4-4D96-8235-945378906DB8}" presName="spaceRect" presStyleCnt="0"/>
      <dgm:spPr/>
    </dgm:pt>
    <dgm:pt modelId="{2EEA576F-B73F-4482-94CC-A7C5778CA596}" type="pres">
      <dgm:prSet presAssocID="{C9C007FF-D4B4-4D96-8235-945378906DB8}" presName="textRect" presStyleLbl="revTx" presStyleIdx="0" presStyleCnt="4">
        <dgm:presLayoutVars>
          <dgm:chMax val="1"/>
          <dgm:chPref val="1"/>
        </dgm:presLayoutVars>
      </dgm:prSet>
      <dgm:spPr/>
    </dgm:pt>
    <dgm:pt modelId="{D2FD5878-1F1A-46B7-AEFD-5C8F7ED74A57}" type="pres">
      <dgm:prSet presAssocID="{319C5899-DFDC-47AB-8F2D-067833EABD5B}" presName="sibTrans" presStyleCnt="0"/>
      <dgm:spPr/>
    </dgm:pt>
    <dgm:pt modelId="{E99FB7C3-E421-46F9-B55A-971EE2228239}" type="pres">
      <dgm:prSet presAssocID="{420DCD4A-4130-429D-B054-235D94287648}" presName="compNode" presStyleCnt="0"/>
      <dgm:spPr/>
    </dgm:pt>
    <dgm:pt modelId="{AFBB1EDE-54B2-422A-919E-C5EA4D84F495}" type="pres">
      <dgm:prSet presAssocID="{420DCD4A-4130-429D-B054-235D9428764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8872E65-48A2-41C3-9E87-4F7130982FC1}" type="pres">
      <dgm:prSet presAssocID="{420DCD4A-4130-429D-B054-235D94287648}" presName="spaceRect" presStyleCnt="0"/>
      <dgm:spPr/>
    </dgm:pt>
    <dgm:pt modelId="{8EB6CAA1-1E5D-4502-8A04-478DFDFABFC4}" type="pres">
      <dgm:prSet presAssocID="{420DCD4A-4130-429D-B054-235D94287648}" presName="textRect" presStyleLbl="revTx" presStyleIdx="1" presStyleCnt="4">
        <dgm:presLayoutVars>
          <dgm:chMax val="1"/>
          <dgm:chPref val="1"/>
        </dgm:presLayoutVars>
      </dgm:prSet>
      <dgm:spPr/>
    </dgm:pt>
    <dgm:pt modelId="{CEF9F0F4-25BB-4FD3-8801-EE555B399F6A}" type="pres">
      <dgm:prSet presAssocID="{ACB1E11D-00EE-4B52-AB89-25FF3B94F92F}" presName="sibTrans" presStyleCnt="0"/>
      <dgm:spPr/>
    </dgm:pt>
    <dgm:pt modelId="{72411AED-48D1-491D-A787-D3C1649C5BC3}" type="pres">
      <dgm:prSet presAssocID="{3B1AB9E5-93B3-44D4-AD15-975C3807D79C}" presName="compNode" presStyleCnt="0"/>
      <dgm:spPr/>
    </dgm:pt>
    <dgm:pt modelId="{54C045C2-1C45-4A08-B351-9F51E89E206B}" type="pres">
      <dgm:prSet presAssocID="{3B1AB9E5-93B3-44D4-AD15-975C3807D79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9AB3A0A-FF77-4DD5-BB6D-1D1C4AA64924}" type="pres">
      <dgm:prSet presAssocID="{3B1AB9E5-93B3-44D4-AD15-975C3807D79C}" presName="spaceRect" presStyleCnt="0"/>
      <dgm:spPr/>
    </dgm:pt>
    <dgm:pt modelId="{F2207083-33C7-46FE-8892-EBFA1A46116F}" type="pres">
      <dgm:prSet presAssocID="{3B1AB9E5-93B3-44D4-AD15-975C3807D79C}" presName="textRect" presStyleLbl="revTx" presStyleIdx="2" presStyleCnt="4">
        <dgm:presLayoutVars>
          <dgm:chMax val="1"/>
          <dgm:chPref val="1"/>
        </dgm:presLayoutVars>
      </dgm:prSet>
      <dgm:spPr/>
    </dgm:pt>
    <dgm:pt modelId="{881F5650-D27F-4573-8949-D0462A742F01}" type="pres">
      <dgm:prSet presAssocID="{BD87B913-6D2A-4005-A9C2-C3426E89AB0A}" presName="sibTrans" presStyleCnt="0"/>
      <dgm:spPr/>
    </dgm:pt>
    <dgm:pt modelId="{6A92020D-0BFE-4EC2-9C3F-DE8F832028ED}" type="pres">
      <dgm:prSet presAssocID="{E0A01A6A-0158-4CAD-B94A-2E55D0FB8484}" presName="compNode" presStyleCnt="0"/>
      <dgm:spPr/>
    </dgm:pt>
    <dgm:pt modelId="{5561D3FC-54B9-4DEC-92E0-7C4E75FE9598}" type="pres">
      <dgm:prSet presAssocID="{E0A01A6A-0158-4CAD-B94A-2E55D0FB848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C7EA968-E862-42C7-B7B5-3249E58143B8}" type="pres">
      <dgm:prSet presAssocID="{E0A01A6A-0158-4CAD-B94A-2E55D0FB8484}" presName="spaceRect" presStyleCnt="0"/>
      <dgm:spPr/>
    </dgm:pt>
    <dgm:pt modelId="{23DE55E7-9C9F-4DC8-9A7E-413E41B77A9E}" type="pres">
      <dgm:prSet presAssocID="{E0A01A6A-0158-4CAD-B94A-2E55D0FB84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21CDE04-2B91-4B13-9BD7-805D405D7864}" srcId="{64F760E3-391E-479D-9D7A-5F2256D8D8BD}" destId="{C9C007FF-D4B4-4D96-8235-945378906DB8}" srcOrd="0" destOrd="0" parTransId="{B4F67F7D-44F7-42B5-A222-58D9587A790B}" sibTransId="{319C5899-DFDC-47AB-8F2D-067833EABD5B}"/>
    <dgm:cxn modelId="{68849E35-AE6C-45A7-BDB9-CBCC306D83F0}" type="presOf" srcId="{E0A01A6A-0158-4CAD-B94A-2E55D0FB8484}" destId="{23DE55E7-9C9F-4DC8-9A7E-413E41B77A9E}" srcOrd="0" destOrd="0" presId="urn:microsoft.com/office/officeart/2018/2/layout/IconLabelList"/>
    <dgm:cxn modelId="{5E61DE43-0A7F-40D4-9643-6EAFEF9F5A6F}" srcId="{64F760E3-391E-479D-9D7A-5F2256D8D8BD}" destId="{420DCD4A-4130-429D-B054-235D94287648}" srcOrd="1" destOrd="0" parTransId="{356B6493-6C14-4593-88B8-5E9C636287C2}" sibTransId="{ACB1E11D-00EE-4B52-AB89-25FF3B94F92F}"/>
    <dgm:cxn modelId="{2E90D48C-92D7-414F-B742-680469D12073}" type="presOf" srcId="{64F760E3-391E-479D-9D7A-5F2256D8D8BD}" destId="{726097E1-803D-46EF-B8B5-CD6E9F3CD2AC}" srcOrd="0" destOrd="0" presId="urn:microsoft.com/office/officeart/2018/2/layout/IconLabelList"/>
    <dgm:cxn modelId="{5D5396BB-CC88-492A-827A-3A6DB7521645}" type="presOf" srcId="{C9C007FF-D4B4-4D96-8235-945378906DB8}" destId="{2EEA576F-B73F-4482-94CC-A7C5778CA596}" srcOrd="0" destOrd="0" presId="urn:microsoft.com/office/officeart/2018/2/layout/IconLabelList"/>
    <dgm:cxn modelId="{DC4F68C8-78C6-4126-BC0A-87426A47C80A}" type="presOf" srcId="{3B1AB9E5-93B3-44D4-AD15-975C3807D79C}" destId="{F2207083-33C7-46FE-8892-EBFA1A46116F}" srcOrd="0" destOrd="0" presId="urn:microsoft.com/office/officeart/2018/2/layout/IconLabelList"/>
    <dgm:cxn modelId="{6EEE7FCD-63F7-415E-9B65-4C066CE82B0A}" srcId="{64F760E3-391E-479D-9D7A-5F2256D8D8BD}" destId="{E0A01A6A-0158-4CAD-B94A-2E55D0FB8484}" srcOrd="3" destOrd="0" parTransId="{0A5050D5-10B7-4A08-9407-A6090028F565}" sibTransId="{C15B3E4C-B170-4745-9880-699E326D8F6A}"/>
    <dgm:cxn modelId="{C05683D1-8A38-419B-872C-CD0DE9652711}" srcId="{64F760E3-391E-479D-9D7A-5F2256D8D8BD}" destId="{3B1AB9E5-93B3-44D4-AD15-975C3807D79C}" srcOrd="2" destOrd="0" parTransId="{056B67B5-714A-4E25-82A6-228D9875270A}" sibTransId="{BD87B913-6D2A-4005-A9C2-C3426E89AB0A}"/>
    <dgm:cxn modelId="{B01E16D4-B93F-432E-B4BE-03FA06989189}" type="presOf" srcId="{420DCD4A-4130-429D-B054-235D94287648}" destId="{8EB6CAA1-1E5D-4502-8A04-478DFDFABFC4}" srcOrd="0" destOrd="0" presId="urn:microsoft.com/office/officeart/2018/2/layout/IconLabelList"/>
    <dgm:cxn modelId="{BB774B1E-378F-42E8-AD99-C9C81304652C}" type="presParOf" srcId="{726097E1-803D-46EF-B8B5-CD6E9F3CD2AC}" destId="{A31D95E3-0A31-4209-B530-85B52EBBB5B0}" srcOrd="0" destOrd="0" presId="urn:microsoft.com/office/officeart/2018/2/layout/IconLabelList"/>
    <dgm:cxn modelId="{8E351A46-5265-4EB3-AACF-1281B00B8CFC}" type="presParOf" srcId="{A31D95E3-0A31-4209-B530-85B52EBBB5B0}" destId="{68BC043E-7858-4551-BE98-F55BC7D09B67}" srcOrd="0" destOrd="0" presId="urn:microsoft.com/office/officeart/2018/2/layout/IconLabelList"/>
    <dgm:cxn modelId="{0A2C6BB5-F3DA-46B3-B671-66B217B0935E}" type="presParOf" srcId="{A31D95E3-0A31-4209-B530-85B52EBBB5B0}" destId="{763D0B99-CBB2-4D25-8BCE-F6891F58BA40}" srcOrd="1" destOrd="0" presId="urn:microsoft.com/office/officeart/2018/2/layout/IconLabelList"/>
    <dgm:cxn modelId="{286307AD-B918-4D44-8E27-7B97949FD3F8}" type="presParOf" srcId="{A31D95E3-0A31-4209-B530-85B52EBBB5B0}" destId="{2EEA576F-B73F-4482-94CC-A7C5778CA596}" srcOrd="2" destOrd="0" presId="urn:microsoft.com/office/officeart/2018/2/layout/IconLabelList"/>
    <dgm:cxn modelId="{8AB528AC-F78F-4232-856C-BC6710E1CE6F}" type="presParOf" srcId="{726097E1-803D-46EF-B8B5-CD6E9F3CD2AC}" destId="{D2FD5878-1F1A-46B7-AEFD-5C8F7ED74A57}" srcOrd="1" destOrd="0" presId="urn:microsoft.com/office/officeart/2018/2/layout/IconLabelList"/>
    <dgm:cxn modelId="{43B733AF-0995-490B-A5A3-29E471CE8A07}" type="presParOf" srcId="{726097E1-803D-46EF-B8B5-CD6E9F3CD2AC}" destId="{E99FB7C3-E421-46F9-B55A-971EE2228239}" srcOrd="2" destOrd="0" presId="urn:microsoft.com/office/officeart/2018/2/layout/IconLabelList"/>
    <dgm:cxn modelId="{350EEDF2-46E3-4E7D-A9BE-1217DB3CA2B6}" type="presParOf" srcId="{E99FB7C3-E421-46F9-B55A-971EE2228239}" destId="{AFBB1EDE-54B2-422A-919E-C5EA4D84F495}" srcOrd="0" destOrd="0" presId="urn:microsoft.com/office/officeart/2018/2/layout/IconLabelList"/>
    <dgm:cxn modelId="{8DCBB53F-3C9F-4A59-9EBF-FD8995A031D2}" type="presParOf" srcId="{E99FB7C3-E421-46F9-B55A-971EE2228239}" destId="{F8872E65-48A2-41C3-9E87-4F7130982FC1}" srcOrd="1" destOrd="0" presId="urn:microsoft.com/office/officeart/2018/2/layout/IconLabelList"/>
    <dgm:cxn modelId="{E990A0F0-9A67-43AF-B328-435105546EE6}" type="presParOf" srcId="{E99FB7C3-E421-46F9-B55A-971EE2228239}" destId="{8EB6CAA1-1E5D-4502-8A04-478DFDFABFC4}" srcOrd="2" destOrd="0" presId="urn:microsoft.com/office/officeart/2018/2/layout/IconLabelList"/>
    <dgm:cxn modelId="{6763D80D-83F6-4B07-BEBC-7F8832E94EEC}" type="presParOf" srcId="{726097E1-803D-46EF-B8B5-CD6E9F3CD2AC}" destId="{CEF9F0F4-25BB-4FD3-8801-EE555B399F6A}" srcOrd="3" destOrd="0" presId="urn:microsoft.com/office/officeart/2018/2/layout/IconLabelList"/>
    <dgm:cxn modelId="{12CBC0CC-A07C-42FE-ACBF-66B8FF6A1D4C}" type="presParOf" srcId="{726097E1-803D-46EF-B8B5-CD6E9F3CD2AC}" destId="{72411AED-48D1-491D-A787-D3C1649C5BC3}" srcOrd="4" destOrd="0" presId="urn:microsoft.com/office/officeart/2018/2/layout/IconLabelList"/>
    <dgm:cxn modelId="{0ACEC7E0-3FB1-4E9F-8F71-93B2126FC46D}" type="presParOf" srcId="{72411AED-48D1-491D-A787-D3C1649C5BC3}" destId="{54C045C2-1C45-4A08-B351-9F51E89E206B}" srcOrd="0" destOrd="0" presId="urn:microsoft.com/office/officeart/2018/2/layout/IconLabelList"/>
    <dgm:cxn modelId="{0472F6C8-4B82-470C-954A-343E457C2111}" type="presParOf" srcId="{72411AED-48D1-491D-A787-D3C1649C5BC3}" destId="{D9AB3A0A-FF77-4DD5-BB6D-1D1C4AA64924}" srcOrd="1" destOrd="0" presId="urn:microsoft.com/office/officeart/2018/2/layout/IconLabelList"/>
    <dgm:cxn modelId="{9CC9F4E0-2921-4C44-9AA5-2B83ADDD280D}" type="presParOf" srcId="{72411AED-48D1-491D-A787-D3C1649C5BC3}" destId="{F2207083-33C7-46FE-8892-EBFA1A46116F}" srcOrd="2" destOrd="0" presId="urn:microsoft.com/office/officeart/2018/2/layout/IconLabelList"/>
    <dgm:cxn modelId="{A99F68A1-512E-4CAC-9FCD-002E00B021B1}" type="presParOf" srcId="{726097E1-803D-46EF-B8B5-CD6E9F3CD2AC}" destId="{881F5650-D27F-4573-8949-D0462A742F01}" srcOrd="5" destOrd="0" presId="urn:microsoft.com/office/officeart/2018/2/layout/IconLabelList"/>
    <dgm:cxn modelId="{6C49A643-790C-4698-9732-D0D9BEA0A1A7}" type="presParOf" srcId="{726097E1-803D-46EF-B8B5-CD6E9F3CD2AC}" destId="{6A92020D-0BFE-4EC2-9C3F-DE8F832028ED}" srcOrd="6" destOrd="0" presId="urn:microsoft.com/office/officeart/2018/2/layout/IconLabelList"/>
    <dgm:cxn modelId="{2CF24C72-3534-4AC9-A941-90ECEA779FDF}" type="presParOf" srcId="{6A92020D-0BFE-4EC2-9C3F-DE8F832028ED}" destId="{5561D3FC-54B9-4DEC-92E0-7C4E75FE9598}" srcOrd="0" destOrd="0" presId="urn:microsoft.com/office/officeart/2018/2/layout/IconLabelList"/>
    <dgm:cxn modelId="{89648416-5DBF-4DAE-8282-D3B63CE221FF}" type="presParOf" srcId="{6A92020D-0BFE-4EC2-9C3F-DE8F832028ED}" destId="{5C7EA968-E862-42C7-B7B5-3249E58143B8}" srcOrd="1" destOrd="0" presId="urn:microsoft.com/office/officeart/2018/2/layout/IconLabelList"/>
    <dgm:cxn modelId="{E799E686-0FE6-45B5-97E5-D1255F524DFC}" type="presParOf" srcId="{6A92020D-0BFE-4EC2-9C3F-DE8F832028ED}" destId="{23DE55E7-9C9F-4DC8-9A7E-413E41B77A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A7422-3DE5-4D2E-9F9B-AD54A20102A2}">
      <dsp:nvSpPr>
        <dsp:cNvPr id="0" name=""/>
        <dsp:cNvSpPr/>
      </dsp:nvSpPr>
      <dsp:spPr>
        <a:xfrm>
          <a:off x="971330" y="588879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BD03B-C888-4B29-90DF-0315BB45476C}">
      <dsp:nvSpPr>
        <dsp:cNvPr id="0" name=""/>
        <dsp:cNvSpPr/>
      </dsp:nvSpPr>
      <dsp:spPr>
        <a:xfrm>
          <a:off x="513551" y="163959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Current Pain Points</a:t>
          </a:r>
          <a:r>
            <a:rPr lang="en-US" sz="1100" kern="1200"/>
            <a:t>:</a:t>
          </a:r>
        </a:p>
      </dsp:txBody>
      <dsp:txXfrm>
        <a:off x="513551" y="1639596"/>
        <a:ext cx="1664648" cy="665859"/>
      </dsp:txXfrm>
    </dsp:sp>
    <dsp:sp modelId="{A249054D-1FB7-41CB-AC1C-391C72F730FC}">
      <dsp:nvSpPr>
        <dsp:cNvPr id="0" name=""/>
        <dsp:cNvSpPr/>
      </dsp:nvSpPr>
      <dsp:spPr>
        <a:xfrm>
          <a:off x="2927292" y="588879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AB5D1-0157-4E2F-AC2A-FA2873147C40}">
      <dsp:nvSpPr>
        <dsp:cNvPr id="0" name=""/>
        <dsp:cNvSpPr/>
      </dsp:nvSpPr>
      <dsp:spPr>
        <a:xfrm>
          <a:off x="2469513" y="163959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Long cafeteria lines during peak hours</a:t>
          </a:r>
        </a:p>
      </dsp:txBody>
      <dsp:txXfrm>
        <a:off x="2469513" y="1639596"/>
        <a:ext cx="1664648" cy="665859"/>
      </dsp:txXfrm>
    </dsp:sp>
    <dsp:sp modelId="{B8D82780-C6A6-49B1-8B80-7C3EDD0F5FFE}">
      <dsp:nvSpPr>
        <dsp:cNvPr id="0" name=""/>
        <dsp:cNvSpPr/>
      </dsp:nvSpPr>
      <dsp:spPr>
        <a:xfrm>
          <a:off x="4883254" y="588879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AC54D-11E4-4DA8-97FA-D34A7CB8BB87}">
      <dsp:nvSpPr>
        <dsp:cNvPr id="0" name=""/>
        <dsp:cNvSpPr/>
      </dsp:nvSpPr>
      <dsp:spPr>
        <a:xfrm>
          <a:off x="4425475" y="163959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Limited food options after class hours</a:t>
          </a:r>
        </a:p>
      </dsp:txBody>
      <dsp:txXfrm>
        <a:off x="4425475" y="1639596"/>
        <a:ext cx="1664648" cy="665859"/>
      </dsp:txXfrm>
    </dsp:sp>
    <dsp:sp modelId="{4EA2878C-07A0-41A0-93C0-3A3A4E4AFFC3}">
      <dsp:nvSpPr>
        <dsp:cNvPr id="0" name=""/>
        <dsp:cNvSpPr/>
      </dsp:nvSpPr>
      <dsp:spPr>
        <a:xfrm>
          <a:off x="6839216" y="588879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099CE-0C4F-442E-ABBC-FDB9D47A68E2}">
      <dsp:nvSpPr>
        <dsp:cNvPr id="0" name=""/>
        <dsp:cNvSpPr/>
      </dsp:nvSpPr>
      <dsp:spPr>
        <a:xfrm>
          <a:off x="6381437" y="163959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 centralized tracking for delivery orders</a:t>
          </a:r>
        </a:p>
      </dsp:txBody>
      <dsp:txXfrm>
        <a:off x="6381437" y="1639596"/>
        <a:ext cx="1664648" cy="665859"/>
      </dsp:txXfrm>
    </dsp:sp>
    <dsp:sp modelId="{B7657C89-12DF-4BB9-91AA-025678D8F53D}">
      <dsp:nvSpPr>
        <dsp:cNvPr id="0" name=""/>
        <dsp:cNvSpPr/>
      </dsp:nvSpPr>
      <dsp:spPr>
        <a:xfrm>
          <a:off x="8795177" y="588879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D4611-C8F0-4FFA-AEF6-90D0681843D1}">
      <dsp:nvSpPr>
        <dsp:cNvPr id="0" name=""/>
        <dsp:cNvSpPr/>
      </dsp:nvSpPr>
      <dsp:spPr>
        <a:xfrm>
          <a:off x="8337399" y="1639596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Cash-only systems in dorms</a:t>
          </a:r>
        </a:p>
      </dsp:txBody>
      <dsp:txXfrm>
        <a:off x="8337399" y="1639596"/>
        <a:ext cx="1664648" cy="665859"/>
      </dsp:txXfrm>
    </dsp:sp>
    <dsp:sp modelId="{D46E4814-8D44-43B7-A0BA-BA88B24F2312}">
      <dsp:nvSpPr>
        <dsp:cNvPr id="0" name=""/>
        <dsp:cNvSpPr/>
      </dsp:nvSpPr>
      <dsp:spPr>
        <a:xfrm>
          <a:off x="2927292" y="2721617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1A507-DF3B-48EF-AE55-25F3176CEC22}">
      <dsp:nvSpPr>
        <dsp:cNvPr id="0" name=""/>
        <dsp:cNvSpPr/>
      </dsp:nvSpPr>
      <dsp:spPr>
        <a:xfrm>
          <a:off x="2469513" y="3772333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Our Solution</a:t>
          </a:r>
          <a:r>
            <a:rPr lang="en-US" sz="1100" kern="1200"/>
            <a:t>: </a:t>
          </a:r>
        </a:p>
      </dsp:txBody>
      <dsp:txXfrm>
        <a:off x="2469513" y="3772333"/>
        <a:ext cx="1664648" cy="665859"/>
      </dsp:txXfrm>
    </dsp:sp>
    <dsp:sp modelId="{09ACCD55-001A-4173-8FB0-11F1094BA233}">
      <dsp:nvSpPr>
        <dsp:cNvPr id="0" name=""/>
        <dsp:cNvSpPr/>
      </dsp:nvSpPr>
      <dsp:spPr>
        <a:xfrm>
          <a:off x="4883254" y="2721617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9A8C3-A801-470F-9132-7D1D8B367B92}">
      <dsp:nvSpPr>
        <dsp:cNvPr id="0" name=""/>
        <dsp:cNvSpPr/>
      </dsp:nvSpPr>
      <dsp:spPr>
        <a:xfrm>
          <a:off x="4425475" y="3772333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On-demand food delivery</a:t>
          </a:r>
          <a:br>
            <a:rPr lang="en-US" sz="1100" kern="1200"/>
          </a:br>
          <a:r>
            <a:rPr lang="en-US" sz="1100" kern="1200"/>
            <a:t> Digital payment integration</a:t>
          </a:r>
          <a:br>
            <a:rPr lang="en-US" sz="1100" kern="1200"/>
          </a:br>
          <a:r>
            <a:rPr lang="en-US" sz="1100" kern="1200"/>
            <a:t> Real-time order tracking</a:t>
          </a:r>
        </a:p>
      </dsp:txBody>
      <dsp:txXfrm>
        <a:off x="4425475" y="3772333"/>
        <a:ext cx="1664648" cy="665859"/>
      </dsp:txXfrm>
    </dsp:sp>
    <dsp:sp modelId="{1BD741FA-D9F8-4CC4-9C6E-97D8CA10F88C}">
      <dsp:nvSpPr>
        <dsp:cNvPr id="0" name=""/>
        <dsp:cNvSpPr/>
      </dsp:nvSpPr>
      <dsp:spPr>
        <a:xfrm>
          <a:off x="6839216" y="2721617"/>
          <a:ext cx="749091" cy="749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71F86-34CC-476C-B57A-B80F56E0B2F8}">
      <dsp:nvSpPr>
        <dsp:cNvPr id="0" name=""/>
        <dsp:cNvSpPr/>
      </dsp:nvSpPr>
      <dsp:spPr>
        <a:xfrm>
          <a:off x="6381437" y="3772333"/>
          <a:ext cx="1664648" cy="66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Digital receipts</a:t>
          </a:r>
        </a:p>
      </dsp:txBody>
      <dsp:txXfrm>
        <a:off x="6381437" y="3772333"/>
        <a:ext cx="1664648" cy="665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F933D-4FB6-4088-A37B-9C5448990A0A}">
      <dsp:nvSpPr>
        <dsp:cNvPr id="0" name=""/>
        <dsp:cNvSpPr/>
      </dsp:nvSpPr>
      <dsp:spPr>
        <a:xfrm>
          <a:off x="2329474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875447"/>
        <a:ext cx="26784" cy="5356"/>
      </dsp:txXfrm>
    </dsp:sp>
    <dsp:sp modelId="{450362D0-4D22-46D4-8B7F-05E247F46598}">
      <dsp:nvSpPr>
        <dsp:cNvPr id="0" name=""/>
        <dsp:cNvSpPr/>
      </dsp:nvSpPr>
      <dsp:spPr>
        <a:xfrm>
          <a:off x="2174" y="179395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For Students (Customers)</a:t>
          </a:r>
          <a:endParaRPr lang="en-US" sz="1700" kern="1200"/>
        </a:p>
      </dsp:txBody>
      <dsp:txXfrm>
        <a:off x="2174" y="179395"/>
        <a:ext cx="2329100" cy="1397460"/>
      </dsp:txXfrm>
    </dsp:sp>
    <dsp:sp modelId="{825362AA-A3CD-4AC8-941D-E14C56F77DD9}">
      <dsp:nvSpPr>
        <dsp:cNvPr id="0" name=""/>
        <dsp:cNvSpPr/>
      </dsp:nvSpPr>
      <dsp:spPr>
        <a:xfrm>
          <a:off x="5194267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875447"/>
        <a:ext cx="26784" cy="5356"/>
      </dsp:txXfrm>
    </dsp:sp>
    <dsp:sp modelId="{C886397C-509A-4C33-9A87-E78932CCAB36}">
      <dsp:nvSpPr>
        <dsp:cNvPr id="0" name=""/>
        <dsp:cNvSpPr/>
      </dsp:nvSpPr>
      <dsp:spPr>
        <a:xfrm>
          <a:off x="2866967" y="179395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Sign up</a:t>
          </a:r>
          <a:r>
            <a:rPr lang="en-US" sz="1700" kern="1200"/>
            <a:t> with your university email</a:t>
          </a:r>
        </a:p>
      </dsp:txBody>
      <dsp:txXfrm>
        <a:off x="2866967" y="179395"/>
        <a:ext cx="2329100" cy="1397460"/>
      </dsp:txXfrm>
    </dsp:sp>
    <dsp:sp modelId="{FC5F42EE-C80D-49DB-A7C1-E4DE610E81AB}">
      <dsp:nvSpPr>
        <dsp:cNvPr id="0" name=""/>
        <dsp:cNvSpPr/>
      </dsp:nvSpPr>
      <dsp:spPr>
        <a:xfrm>
          <a:off x="8059061" y="832405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875447"/>
        <a:ext cx="26784" cy="5356"/>
      </dsp:txXfrm>
    </dsp:sp>
    <dsp:sp modelId="{2155A241-239C-4565-B806-44489CB8BB2B}">
      <dsp:nvSpPr>
        <dsp:cNvPr id="0" name=""/>
        <dsp:cNvSpPr/>
      </dsp:nvSpPr>
      <dsp:spPr>
        <a:xfrm>
          <a:off x="5731761" y="179395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Browse the menu</a:t>
          </a:r>
          <a:r>
            <a:rPr lang="en-US" sz="1700" kern="1200"/>
            <a:t> (burgers, pizza, drinks, etc.)</a:t>
          </a:r>
        </a:p>
      </dsp:txBody>
      <dsp:txXfrm>
        <a:off x="5731761" y="179395"/>
        <a:ext cx="2329100" cy="1397460"/>
      </dsp:txXfrm>
    </dsp:sp>
    <dsp:sp modelId="{BEEC9A36-C54A-476B-BDBC-E25F761254CC}">
      <dsp:nvSpPr>
        <dsp:cNvPr id="0" name=""/>
        <dsp:cNvSpPr/>
      </dsp:nvSpPr>
      <dsp:spPr>
        <a:xfrm>
          <a:off x="1166724" y="1575055"/>
          <a:ext cx="8594380" cy="505093"/>
        </a:xfrm>
        <a:custGeom>
          <a:avLst/>
          <a:gdLst/>
          <a:ahLst/>
          <a:cxnLst/>
          <a:rect l="0" t="0" r="0" b="0"/>
          <a:pathLst>
            <a:path>
              <a:moveTo>
                <a:pt x="8594380" y="0"/>
              </a:moveTo>
              <a:lnTo>
                <a:pt x="8594380" y="269646"/>
              </a:lnTo>
              <a:lnTo>
                <a:pt x="0" y="269646"/>
              </a:lnTo>
              <a:lnTo>
                <a:pt x="0" y="50509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8638" y="1824924"/>
        <a:ext cx="430552" cy="5356"/>
      </dsp:txXfrm>
    </dsp:sp>
    <dsp:sp modelId="{4509E333-383F-4B04-B649-BD32D64FAF45}">
      <dsp:nvSpPr>
        <dsp:cNvPr id="0" name=""/>
        <dsp:cNvSpPr/>
      </dsp:nvSpPr>
      <dsp:spPr>
        <a:xfrm>
          <a:off x="8596554" y="179395"/>
          <a:ext cx="2329100" cy="13974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 items to cart</a:t>
          </a:r>
          <a:r>
            <a:rPr lang="en-US" sz="1700" kern="1200"/>
            <a:t> &amp; check out</a:t>
          </a:r>
        </a:p>
      </dsp:txBody>
      <dsp:txXfrm>
        <a:off x="8596554" y="179395"/>
        <a:ext cx="2329100" cy="1397460"/>
      </dsp:txXfrm>
    </dsp:sp>
    <dsp:sp modelId="{F2455312-8C2D-4E7A-8470-13C968B2480A}">
      <dsp:nvSpPr>
        <dsp:cNvPr id="0" name=""/>
        <dsp:cNvSpPr/>
      </dsp:nvSpPr>
      <dsp:spPr>
        <a:xfrm>
          <a:off x="2329474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8628" y="2808600"/>
        <a:ext cx="26784" cy="5356"/>
      </dsp:txXfrm>
    </dsp:sp>
    <dsp:sp modelId="{CC64000E-9667-4C04-B89D-6A4661D113C8}">
      <dsp:nvSpPr>
        <dsp:cNvPr id="0" name=""/>
        <dsp:cNvSpPr/>
      </dsp:nvSpPr>
      <dsp:spPr>
        <a:xfrm>
          <a:off x="2174" y="2112549"/>
          <a:ext cx="2329100" cy="13974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Track your order</a:t>
          </a:r>
          <a:r>
            <a:rPr lang="en-US" sz="1700" kern="1200"/>
            <a:t> in real-time: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"Preparing" → "On the way" → "Delivered!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For Kitchen Staff</a:t>
          </a:r>
          <a:endParaRPr lang="en-US" sz="1300" kern="1200"/>
        </a:p>
      </dsp:txBody>
      <dsp:txXfrm>
        <a:off x="2174" y="2112549"/>
        <a:ext cx="2329100" cy="1397460"/>
      </dsp:txXfrm>
    </dsp:sp>
    <dsp:sp modelId="{286F946C-A3EF-4AD6-9BDD-B869F3B95D0C}">
      <dsp:nvSpPr>
        <dsp:cNvPr id="0" name=""/>
        <dsp:cNvSpPr/>
      </dsp:nvSpPr>
      <dsp:spPr>
        <a:xfrm>
          <a:off x="5194267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3422" y="2808600"/>
        <a:ext cx="26784" cy="5356"/>
      </dsp:txXfrm>
    </dsp:sp>
    <dsp:sp modelId="{7FC34070-6583-4986-A774-0965F7568944}">
      <dsp:nvSpPr>
        <dsp:cNvPr id="0" name=""/>
        <dsp:cNvSpPr/>
      </dsp:nvSpPr>
      <dsp:spPr>
        <a:xfrm>
          <a:off x="2866967" y="2112549"/>
          <a:ext cx="2329100" cy="13974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Chefs</a:t>
          </a:r>
          <a:r>
            <a:rPr lang="en-US" sz="1700" kern="1200"/>
            <a:t> see new orders and cook them</a:t>
          </a:r>
        </a:p>
      </dsp:txBody>
      <dsp:txXfrm>
        <a:off x="2866967" y="2112549"/>
        <a:ext cx="2329100" cy="1397460"/>
      </dsp:txXfrm>
    </dsp:sp>
    <dsp:sp modelId="{F1566DD8-4322-4843-8985-0CD7CC342B7E}">
      <dsp:nvSpPr>
        <dsp:cNvPr id="0" name=""/>
        <dsp:cNvSpPr/>
      </dsp:nvSpPr>
      <dsp:spPr>
        <a:xfrm>
          <a:off x="8059061" y="2765559"/>
          <a:ext cx="5050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509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98215" y="2808600"/>
        <a:ext cx="26784" cy="5356"/>
      </dsp:txXfrm>
    </dsp:sp>
    <dsp:sp modelId="{BCE5F6B2-5F61-41D7-91E7-BA7FD658DE04}">
      <dsp:nvSpPr>
        <dsp:cNvPr id="0" name=""/>
        <dsp:cNvSpPr/>
      </dsp:nvSpPr>
      <dsp:spPr>
        <a:xfrm>
          <a:off x="5731761" y="2112549"/>
          <a:ext cx="2329100" cy="13974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Delivery riders</a:t>
          </a:r>
          <a:r>
            <a:rPr lang="en-US" sz="1700" kern="1200"/>
            <a:t> pick up food and update status</a:t>
          </a:r>
        </a:p>
      </dsp:txBody>
      <dsp:txXfrm>
        <a:off x="5731761" y="2112549"/>
        <a:ext cx="2329100" cy="1397460"/>
      </dsp:txXfrm>
    </dsp:sp>
    <dsp:sp modelId="{8757CE41-A013-465D-A3BA-C93A1ABC84EB}">
      <dsp:nvSpPr>
        <dsp:cNvPr id="0" name=""/>
        <dsp:cNvSpPr/>
      </dsp:nvSpPr>
      <dsp:spPr>
        <a:xfrm>
          <a:off x="8596554" y="2112549"/>
          <a:ext cx="2329100" cy="13974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128" tIns="119797" rIns="114128" bIns="11979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Admins</a:t>
          </a:r>
          <a:r>
            <a:rPr lang="en-US" sz="1700" kern="1200"/>
            <a:t> manage the menu and users</a:t>
          </a:r>
        </a:p>
      </dsp:txBody>
      <dsp:txXfrm>
        <a:off x="8596554" y="2112549"/>
        <a:ext cx="2329100" cy="1397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D4CDE-FA53-4ED9-9A2A-7902C1691BBF}">
      <dsp:nvSpPr>
        <dsp:cNvPr id="0" name=""/>
        <dsp:cNvSpPr/>
      </dsp:nvSpPr>
      <dsp:spPr>
        <a:xfrm>
          <a:off x="13814" y="1073280"/>
          <a:ext cx="643998" cy="6439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E6192-5B72-426A-8E9F-97CD98E87360}">
      <dsp:nvSpPr>
        <dsp:cNvPr id="0" name=""/>
        <dsp:cNvSpPr/>
      </dsp:nvSpPr>
      <dsp:spPr>
        <a:xfrm>
          <a:off x="13814" y="1812084"/>
          <a:ext cx="1839994" cy="65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Core Components:</a:t>
          </a:r>
          <a:endParaRPr lang="en-US" sz="1400" kern="1200"/>
        </a:p>
      </dsp:txBody>
      <dsp:txXfrm>
        <a:off x="13814" y="1812084"/>
        <a:ext cx="1839994" cy="656138"/>
      </dsp:txXfrm>
    </dsp:sp>
    <dsp:sp modelId="{29FB756F-6DC7-4C5E-9EC5-D7254D1D72BE}">
      <dsp:nvSpPr>
        <dsp:cNvPr id="0" name=""/>
        <dsp:cNvSpPr/>
      </dsp:nvSpPr>
      <dsp:spPr>
        <a:xfrm>
          <a:off x="13814" y="2512318"/>
          <a:ext cx="1839994" cy="765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00AC0-021C-4297-BD49-B58AA8234442}">
      <dsp:nvSpPr>
        <dsp:cNvPr id="0" name=""/>
        <dsp:cNvSpPr/>
      </dsp:nvSpPr>
      <dsp:spPr>
        <a:xfrm>
          <a:off x="2175808" y="1073280"/>
          <a:ext cx="643998" cy="6439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8BBC0-04D3-49EE-94E4-EC5162A6D585}">
      <dsp:nvSpPr>
        <dsp:cNvPr id="0" name=""/>
        <dsp:cNvSpPr/>
      </dsp:nvSpPr>
      <dsp:spPr>
        <a:xfrm>
          <a:off x="2175808" y="1812084"/>
          <a:ext cx="1839994" cy="65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User Hierarchy</a:t>
          </a:r>
          <a:r>
            <a:rPr lang="en-US" sz="1400" kern="1200"/>
            <a:t> (Inheritance-based)</a:t>
          </a:r>
        </a:p>
      </dsp:txBody>
      <dsp:txXfrm>
        <a:off x="2175808" y="1812084"/>
        <a:ext cx="1839994" cy="656138"/>
      </dsp:txXfrm>
    </dsp:sp>
    <dsp:sp modelId="{8D8BDEED-0900-459B-BC6E-AF28235D29C1}">
      <dsp:nvSpPr>
        <dsp:cNvPr id="0" name=""/>
        <dsp:cNvSpPr/>
      </dsp:nvSpPr>
      <dsp:spPr>
        <a:xfrm>
          <a:off x="2175808" y="2512318"/>
          <a:ext cx="1839994" cy="765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User (Abstract) → Admin, Customer, Chef, Deliveryman</a:t>
          </a:r>
        </a:p>
      </dsp:txBody>
      <dsp:txXfrm>
        <a:off x="2175808" y="2512318"/>
        <a:ext cx="1839994" cy="765739"/>
      </dsp:txXfrm>
    </dsp:sp>
    <dsp:sp modelId="{EC0FC96D-5704-4011-B2C6-622DEFF117D6}">
      <dsp:nvSpPr>
        <dsp:cNvPr id="0" name=""/>
        <dsp:cNvSpPr/>
      </dsp:nvSpPr>
      <dsp:spPr>
        <a:xfrm>
          <a:off x="4337802" y="1073280"/>
          <a:ext cx="643998" cy="6439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D4A2E-B251-4FD2-91AA-8757DDC0CDAE}">
      <dsp:nvSpPr>
        <dsp:cNvPr id="0" name=""/>
        <dsp:cNvSpPr/>
      </dsp:nvSpPr>
      <dsp:spPr>
        <a:xfrm>
          <a:off x="4337802" y="1812084"/>
          <a:ext cx="1839994" cy="65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Menu Management</a:t>
          </a:r>
          <a:endParaRPr lang="en-US" sz="1400" kern="1200"/>
        </a:p>
      </dsp:txBody>
      <dsp:txXfrm>
        <a:off x="4337802" y="1812084"/>
        <a:ext cx="1839994" cy="656138"/>
      </dsp:txXfrm>
    </dsp:sp>
    <dsp:sp modelId="{304A87B6-773E-46A5-8C4D-CC47AE120205}">
      <dsp:nvSpPr>
        <dsp:cNvPr id="0" name=""/>
        <dsp:cNvSpPr/>
      </dsp:nvSpPr>
      <dsp:spPr>
        <a:xfrm>
          <a:off x="4337802" y="2512318"/>
          <a:ext cx="1839994" cy="765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MenuItem (Abstract) → Food, Beverage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Menu class for CRUD operations</a:t>
          </a:r>
        </a:p>
      </dsp:txBody>
      <dsp:txXfrm>
        <a:off x="4337802" y="2512318"/>
        <a:ext cx="1839994" cy="765739"/>
      </dsp:txXfrm>
    </dsp:sp>
    <dsp:sp modelId="{BBD74B30-D254-4B22-B0D2-6A97F5863BE8}">
      <dsp:nvSpPr>
        <dsp:cNvPr id="0" name=""/>
        <dsp:cNvSpPr/>
      </dsp:nvSpPr>
      <dsp:spPr>
        <a:xfrm>
          <a:off x="6499796" y="1073280"/>
          <a:ext cx="643998" cy="6439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983DD-2A1C-4E4F-B6D5-E0CD0C30D6CC}">
      <dsp:nvSpPr>
        <dsp:cNvPr id="0" name=""/>
        <dsp:cNvSpPr/>
      </dsp:nvSpPr>
      <dsp:spPr>
        <a:xfrm>
          <a:off x="6499796" y="1812084"/>
          <a:ext cx="1839994" cy="65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Order Processing</a:t>
          </a:r>
          <a:endParaRPr lang="en-US" sz="1400" kern="1200"/>
        </a:p>
      </dsp:txBody>
      <dsp:txXfrm>
        <a:off x="6499796" y="1812084"/>
        <a:ext cx="1839994" cy="656138"/>
      </dsp:txXfrm>
    </dsp:sp>
    <dsp:sp modelId="{26C5BE99-571D-4CFE-AF58-95D38D0E525A}">
      <dsp:nvSpPr>
        <dsp:cNvPr id="0" name=""/>
        <dsp:cNvSpPr/>
      </dsp:nvSpPr>
      <dsp:spPr>
        <a:xfrm>
          <a:off x="6499796" y="2512318"/>
          <a:ext cx="1839994" cy="765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Order class with status tracking</a:t>
          </a:r>
        </a:p>
      </dsp:txBody>
      <dsp:txXfrm>
        <a:off x="6499796" y="2512318"/>
        <a:ext cx="1839994" cy="765739"/>
      </dsp:txXfrm>
    </dsp:sp>
    <dsp:sp modelId="{FD54FF98-0B40-4D01-A5EA-45487F1D145A}">
      <dsp:nvSpPr>
        <dsp:cNvPr id="0" name=""/>
        <dsp:cNvSpPr/>
      </dsp:nvSpPr>
      <dsp:spPr>
        <a:xfrm>
          <a:off x="8661790" y="1073280"/>
          <a:ext cx="643998" cy="6439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DA273-2D90-4B25-A20F-F932C3B6DDC1}">
      <dsp:nvSpPr>
        <dsp:cNvPr id="0" name=""/>
        <dsp:cNvSpPr/>
      </dsp:nvSpPr>
      <dsp:spPr>
        <a:xfrm>
          <a:off x="8661790" y="1812084"/>
          <a:ext cx="1839994" cy="65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Database &amp; Persistence</a:t>
          </a:r>
          <a:endParaRPr lang="en-US" sz="1400" kern="1200"/>
        </a:p>
      </dsp:txBody>
      <dsp:txXfrm>
        <a:off x="8661790" y="1812084"/>
        <a:ext cx="1839994" cy="656138"/>
      </dsp:txXfrm>
    </dsp:sp>
    <dsp:sp modelId="{1E52A017-7421-4468-882F-DE94FBD1234E}">
      <dsp:nvSpPr>
        <dsp:cNvPr id="0" name=""/>
        <dsp:cNvSpPr/>
      </dsp:nvSpPr>
      <dsp:spPr>
        <a:xfrm>
          <a:off x="8661790" y="2512318"/>
          <a:ext cx="1839994" cy="765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SystemDatabase for file-based storage</a:t>
          </a:r>
        </a:p>
      </dsp:txBody>
      <dsp:txXfrm>
        <a:off x="8661790" y="2512318"/>
        <a:ext cx="1839994" cy="765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C043E-7858-4551-BE98-F55BC7D09B67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A576F-B73F-4482-94CC-A7C5778CA596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Adding meal plans</a:t>
          </a:r>
        </a:p>
      </dsp:txBody>
      <dsp:txXfrm>
        <a:off x="100682" y="2427484"/>
        <a:ext cx="2370489" cy="720000"/>
      </dsp:txXfrm>
    </dsp:sp>
    <dsp:sp modelId="{AFBB1EDE-54B2-422A-919E-C5EA4D84F495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6CAA1-1E5D-4502-8A04-478DFDFABFC4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 Display" panose="020F0302020204030204"/>
            </a:rPr>
            <a:t>Develop</a:t>
          </a:r>
          <a:r>
            <a:rPr lang="en-US" sz="2300" kern="1200"/>
            <a:t> mobile app</a:t>
          </a:r>
        </a:p>
      </dsp:txBody>
      <dsp:txXfrm>
        <a:off x="2886007" y="2427484"/>
        <a:ext cx="2370489" cy="720000"/>
      </dsp:txXfrm>
    </dsp:sp>
    <dsp:sp modelId="{54C045C2-1C45-4A08-B351-9F51E89E206B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07083-33C7-46FE-8892-EBFA1A46116F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 driven recommendations</a:t>
          </a:r>
        </a:p>
      </dsp:txBody>
      <dsp:txXfrm>
        <a:off x="5671332" y="2427484"/>
        <a:ext cx="2370489" cy="720000"/>
      </dsp:txXfrm>
    </dsp:sp>
    <dsp:sp modelId="{5561D3FC-54B9-4DEC-92E0-7C4E75FE9598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E55E7-9C9F-4DC8-9A7E-413E41B77A9E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Implement a </a:t>
          </a:r>
          <a:r>
            <a:rPr lang="en-US" sz="2300" b="1" kern="1200"/>
            <a:t>user-friendly GUI</a:t>
          </a:r>
          <a:endParaRPr lang="en-US" sz="2300" kern="1200">
            <a:latin typeface="Aptos Display" panose="020F0302020204030204"/>
          </a:endParaRPr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A67D43-24F9-4F86-9147-C4C979316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3464" y="2931417"/>
            <a:ext cx="5039695" cy="209849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400" b="1" dirty="0">
                <a:latin typeface="Aptos"/>
                <a:ea typeface="+mj-lt"/>
                <a:cs typeface="+mj-lt"/>
              </a:rPr>
              <a:t>Cloud Kitchen Management System</a:t>
            </a:r>
            <a:r>
              <a:rPr lang="en-US" sz="3100" dirty="0">
                <a:solidFill>
                  <a:schemeClr val="tx2"/>
                </a:solidFill>
                <a:latin typeface="Aptos"/>
              </a:rPr>
              <a:t>- </a:t>
            </a:r>
            <a:r>
              <a:rPr lang="en-US" sz="3100" b="1">
                <a:solidFill>
                  <a:srgbClr val="0070C0"/>
                </a:solidFill>
                <a:latin typeface="Aptos"/>
              </a:rPr>
              <a:t>CSE222 &amp; CSE216</a:t>
            </a:r>
            <a:br>
              <a:rPr lang="en-US" sz="3100" dirty="0">
                <a:latin typeface="Aptos"/>
              </a:rPr>
            </a:br>
            <a:r>
              <a:rPr lang="en-US" sz="2400" dirty="0">
                <a:solidFill>
                  <a:srgbClr val="0070C0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Aptos"/>
                <a:ea typeface="+mj-lt"/>
                <a:cs typeface="+mj-lt"/>
              </a:rPr>
              <a:t>Design and Analysis of Data Structures and Algorithms</a:t>
            </a:r>
            <a:r>
              <a:rPr lang="en-US" sz="2400" b="1" dirty="0">
                <a:solidFill>
                  <a:srgbClr val="0070C0"/>
                </a:solidFill>
                <a:latin typeface="Aptos"/>
                <a:ea typeface="+mj-lt"/>
                <a:cs typeface="+mj-lt"/>
              </a:rPr>
              <a:t> &amp; </a:t>
            </a:r>
            <a:r>
              <a:rPr lang="en-US" sz="2400" dirty="0">
                <a:solidFill>
                  <a:srgbClr val="0070C0"/>
                </a:solidFill>
                <a:highlight>
                  <a:srgbClr val="FFFFFF"/>
                </a:highlight>
                <a:latin typeface="Aptos"/>
                <a:ea typeface="+mj-lt"/>
                <a:cs typeface="Poppins"/>
              </a:rPr>
              <a:t>Software Enterprise: Personal Process and Quality</a:t>
            </a:r>
            <a:endParaRPr lang="en-US" sz="2400" dirty="0">
              <a:solidFill>
                <a:srgbClr val="0070C0"/>
              </a:solidFill>
              <a:latin typeface="Aptos"/>
            </a:endParaRPr>
          </a:p>
          <a:p>
            <a:pPr algn="r"/>
            <a:endParaRPr lang="en-US" sz="3100">
              <a:solidFill>
                <a:schemeClr val="tx2"/>
              </a:solidFill>
            </a:endParaRPr>
          </a:p>
        </p:txBody>
      </p:sp>
      <p:pic>
        <p:nvPicPr>
          <p:cNvPr id="4" name="Picture 3" descr="Galala University - Cintana Education">
            <a:extLst>
              <a:ext uri="{FF2B5EF4-FFF2-40B4-BE49-F238E27FC236}">
                <a16:creationId xmlns:a16="http://schemas.microsoft.com/office/drawing/2014/main" id="{68440118-06E4-5C8D-6419-8D8B050A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99" y="793946"/>
            <a:ext cx="5166360" cy="1795310"/>
          </a:xfrm>
          <a:prstGeom prst="rect">
            <a:avLst/>
          </a:prstGeom>
        </p:spPr>
      </p:pic>
      <p:pic>
        <p:nvPicPr>
          <p:cNvPr id="5" name="Picture 4" descr="Posgrado Universidad Norbert Wiener">
            <a:extLst>
              <a:ext uri="{FF2B5EF4-FFF2-40B4-BE49-F238E27FC236}">
                <a16:creationId xmlns:a16="http://schemas.microsoft.com/office/drawing/2014/main" id="{17078292-5690-329D-4A21-8D670F38D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641" y="974770"/>
            <a:ext cx="5166360" cy="143366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9228" y="2589516"/>
            <a:ext cx="5029200" cy="2634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Prepared by ;</a:t>
            </a:r>
          </a:p>
          <a:p>
            <a:pPr algn="l"/>
            <a:r>
              <a:rPr lang="en-US" b="1">
                <a:solidFill>
                  <a:schemeClr val="tx2"/>
                </a:solidFill>
              </a:rPr>
              <a:t>Aly Ibrahim </a:t>
            </a:r>
          </a:p>
          <a:p>
            <a:pPr algn="l"/>
            <a:r>
              <a:rPr lang="en-US" b="1">
                <a:solidFill>
                  <a:schemeClr val="tx2"/>
                </a:solidFill>
              </a:rPr>
              <a:t>Malek Ibrahim </a:t>
            </a: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B1703D-C777-44F3-9BF9-F646BB524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9611" y="4683666"/>
            <a:ext cx="2514948" cy="2174333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D2B2847-E73C-47D5-9B74-357C4F813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1F33014-1EB8-434D-8153-8774545E3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F141D89-EBBE-452D-B6B8-BA042256B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1D2A05E-7D47-46D2-AC04-9C35336F5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23B5-ECEE-E8AC-D66E-9F1FF4AC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problem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ECD2AF2-22FA-D57B-A8EB-76E18EFB08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5027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9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25FA9-D172-B5A3-09BE-3DB65614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 Project Overview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B9C3-B761-DD0D-891B-4F3F2D0E5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593036"/>
            <a:ext cx="4862447" cy="560249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Project Overview: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 Cloud Kitchen System</a:t>
            </a:r>
            <a:r>
              <a:rPr lang="en-US" sz="2000" dirty="0">
                <a:ea typeface="+mn-lt"/>
                <a:cs typeface="+mn-lt"/>
              </a:rPr>
              <a:t> designed for university campuses, enabling: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b="1" dirty="0">
                <a:ea typeface="+mn-lt"/>
                <a:cs typeface="+mn-lt"/>
              </a:rPr>
              <a:t>Customers</a:t>
            </a:r>
            <a:r>
              <a:rPr lang="en-US" sz="2000" dirty="0">
                <a:ea typeface="+mn-lt"/>
                <a:cs typeface="+mn-lt"/>
              </a:rPr>
              <a:t> to order food &amp; beverages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b="1" dirty="0">
                <a:ea typeface="+mn-lt"/>
                <a:cs typeface="+mn-lt"/>
              </a:rPr>
              <a:t>Admins</a:t>
            </a:r>
            <a:r>
              <a:rPr lang="en-US" sz="2000" dirty="0">
                <a:ea typeface="+mn-lt"/>
                <a:cs typeface="+mn-lt"/>
              </a:rPr>
              <a:t> to manage menus, users, and orders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b="1" dirty="0">
                <a:ea typeface="+mn-lt"/>
                <a:cs typeface="+mn-lt"/>
              </a:rPr>
              <a:t>Chefs</a:t>
            </a:r>
            <a:r>
              <a:rPr lang="en-US" sz="2000" dirty="0">
                <a:ea typeface="+mn-lt"/>
                <a:cs typeface="+mn-lt"/>
              </a:rPr>
              <a:t> to prepare and update order status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Delivery Staff</a:t>
            </a:r>
            <a:r>
              <a:rPr lang="en-US" sz="2000" dirty="0">
                <a:ea typeface="+mn-lt"/>
                <a:cs typeface="+mn-lt"/>
              </a:rPr>
              <a:t> to track and fulfill deliveries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Key Features:</a:t>
            </a:r>
          </a:p>
          <a:p>
            <a:pPr>
              <a:buFont typeface="Arial"/>
            </a:pPr>
            <a:r>
              <a:rPr lang="en-US" sz="2000" dirty="0">
                <a:ea typeface="+mn-lt"/>
                <a:cs typeface="+mn-lt"/>
              </a:rPr>
              <a:t>User registration &amp; authentication</a:t>
            </a:r>
            <a:endParaRPr lang="en-US" sz="2000" dirty="0"/>
          </a:p>
          <a:p>
            <a:pPr>
              <a:buFont typeface="Arial"/>
            </a:pPr>
            <a:r>
              <a:rPr lang="en-US" sz="2000" dirty="0">
                <a:ea typeface="+mn-lt"/>
                <a:cs typeface="+mn-lt"/>
              </a:rPr>
              <a:t>Menu management (food &amp; beverages)</a:t>
            </a:r>
            <a:endParaRPr lang="en-US" sz="2000" dirty="0"/>
          </a:p>
          <a:p>
            <a:pPr>
              <a:buFont typeface="Arial"/>
            </a:pPr>
            <a:r>
              <a:rPr lang="en-US" sz="2000" dirty="0">
                <a:ea typeface="+mn-lt"/>
                <a:cs typeface="+mn-lt"/>
              </a:rPr>
              <a:t>Order placement &amp; payment processing</a:t>
            </a:r>
            <a:endParaRPr lang="en-US" sz="2000" dirty="0"/>
          </a:p>
          <a:p>
            <a:pPr>
              <a:buFont typeface="Arial"/>
            </a:pPr>
            <a:r>
              <a:rPr lang="en-US" sz="2000" dirty="0">
                <a:ea typeface="+mn-lt"/>
                <a:cs typeface="+mn-lt"/>
              </a:rPr>
              <a:t>Real-time order tracking</a:t>
            </a:r>
          </a:p>
          <a:p>
            <a:pPr>
              <a:buFont typeface="Arial"/>
            </a:pPr>
            <a:r>
              <a:rPr lang="en-US" sz="2000" dirty="0">
                <a:ea typeface="+mn-lt"/>
                <a:cs typeface="+mn-lt"/>
              </a:rPr>
              <a:t>Admin dashboard for system control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860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16D5E-5661-B4D5-654F-7884C9D6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How It Works</a:t>
            </a:r>
            <a:endParaRPr lang="en-US" sz="4000">
              <a:solidFill>
                <a:srgbClr val="FFFFFF"/>
              </a:solidFill>
            </a:endParaRPr>
          </a:p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0368D0-9731-977B-4D9E-30B32FA40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78764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97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B651-0EDF-5D0D-4DAD-83F0C4969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/>
              <a:t>System Architecture</a:t>
            </a:r>
            <a:endParaRPr lang="en-US" sz="4800" dirty="0"/>
          </a:p>
          <a:p>
            <a:pPr algn="ctr"/>
            <a:endParaRPr lang="en-US" sz="4800" dirty="0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445D16B3-ED95-10A5-3ED8-A9CB9ECF44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665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44387-554C-2B79-CE22-435AFEC6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Key Features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518A-159E-70A0-A089-5A1A58130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825" y="183814"/>
            <a:ext cx="5539780" cy="6011713"/>
          </a:xfr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/>
              <a:t>A. User Management</a:t>
            </a:r>
            <a:endParaRPr lang="en-US" sz="3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Registration &amp; Login</a:t>
            </a:r>
            <a:r>
              <a:rPr lang="en-US" sz="3200" dirty="0">
                <a:ea typeface="+mn-lt"/>
                <a:cs typeface="+mn-lt"/>
              </a:rPr>
              <a:t> (Email validation, password hashing)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Role-Based Access Control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Customers: Place orders, track deliveries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Admins: Manage users, menus, and orders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Chefs: Update cooking status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Deliverymen: Update delivery status</a:t>
            </a:r>
            <a:endParaRPr lang="en-US" sz="3200" dirty="0"/>
          </a:p>
          <a:p>
            <a:pPr lvl="1" indent="0">
              <a:buNone/>
            </a:pPr>
            <a:r>
              <a:rPr lang="en-US" sz="3200" b="1" dirty="0"/>
              <a:t>B. Menu &amp; Order System Dynamic</a:t>
            </a:r>
            <a:r>
              <a:rPr lang="en-US" sz="3200" b="1" dirty="0">
                <a:ea typeface="+mn-lt"/>
                <a:cs typeface="+mn-lt"/>
              </a:rPr>
              <a:t> Menu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Add/remove food &amp; beverage items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Categorized display (Food vs. Drinks)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ea typeface="+mn-lt"/>
                <a:cs typeface="+mn-lt"/>
              </a:rPr>
              <a:t> Order Workflow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Cart management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Payment processing (Card/Cash on Delivery)</a:t>
            </a:r>
            <a:endParaRPr lang="en-US" sz="3200" dirty="0"/>
          </a:p>
          <a:p>
            <a:pPr marL="971550" lvl="1" indent="-285750"/>
            <a:r>
              <a:rPr lang="en-US" sz="3200" dirty="0">
                <a:ea typeface="+mn-lt"/>
                <a:cs typeface="+mn-lt"/>
              </a:rPr>
              <a:t>Status updates (Confirmed → Cooking → Delivered)</a:t>
            </a:r>
            <a:endParaRPr lang="en-US" sz="3200" dirty="0"/>
          </a:p>
          <a:p>
            <a:pPr lvl="1" indent="0">
              <a:buNone/>
            </a:pPr>
            <a:r>
              <a:rPr lang="en-US" sz="3200" b="1" dirty="0"/>
              <a:t>C. Admin Dashboard</a:t>
            </a:r>
            <a:endParaRPr lang="en-US" sz="3200" dirty="0"/>
          </a:p>
          <a:p>
            <a:r>
              <a:rPr lang="en-US" sz="3200" dirty="0">
                <a:ea typeface="+mn-lt"/>
                <a:cs typeface="+mn-lt"/>
              </a:rPr>
              <a:t>View all customers, orders, and staff</a:t>
            </a:r>
            <a:endParaRPr lang="en-US" sz="3200" dirty="0"/>
          </a:p>
          <a:p>
            <a:r>
              <a:rPr lang="en-US" sz="3200" dirty="0">
                <a:ea typeface="+mn-lt"/>
                <a:cs typeface="+mn-lt"/>
              </a:rPr>
              <a:t>Add/remove menu items</a:t>
            </a:r>
          </a:p>
          <a:p>
            <a:r>
              <a:rPr lang="en-US" sz="3200" dirty="0">
                <a:ea typeface="+mn-lt"/>
                <a:cs typeface="+mn-lt"/>
              </a:rPr>
              <a:t>Assign orders to chefs &amp; delivery staff</a:t>
            </a:r>
            <a:endParaRPr lang="en-US" sz="3200" dirty="0"/>
          </a:p>
          <a:p>
            <a:pPr marL="0" indent="0">
              <a:buNone/>
            </a:pPr>
            <a:br>
              <a:rPr lang="en-US" dirty="0"/>
            </a:b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907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0B619-297E-B17F-AA2F-DD9478B9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Updates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17401-3671-49FF-2A47-34AA5E53F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8955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803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96365-C291-58CE-5442-4A1AAD19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873" y="907740"/>
            <a:ext cx="6251110" cy="1783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/>
              <a:t>Thank You!</a:t>
            </a:r>
            <a:endParaRPr lang="en-US"/>
          </a:p>
          <a:p>
            <a:endParaRPr lang="en-US" sz="5400"/>
          </a:p>
        </p:txBody>
      </p:sp>
      <p:pic>
        <p:nvPicPr>
          <p:cNvPr id="4" name="Picture 3" descr="Premium Photo | Smiling teacher with students in the classroom images">
            <a:extLst>
              <a:ext uri="{FF2B5EF4-FFF2-40B4-BE49-F238E27FC236}">
                <a16:creationId xmlns:a16="http://schemas.microsoft.com/office/drawing/2014/main" id="{73CD5126-37AD-BE89-A4AA-76A661D0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4" r="46275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A6DB-8544-BB77-DDCC-7183525E5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Questions?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8697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F70951-E1E4-47C2-B85D-918A66B1E8F6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Cloud Kitchen Management System- CSE222 &amp; CSE216  Design and Analysis of Data Structures and Algorithms &amp; Software Enterprise: Personal Process and Quality </vt:lpstr>
      <vt:lpstr>The problem</vt:lpstr>
      <vt:lpstr> Project Overview </vt:lpstr>
      <vt:lpstr>How It Works </vt:lpstr>
      <vt:lpstr>System Architecture </vt:lpstr>
      <vt:lpstr>Key Features </vt:lpstr>
      <vt:lpstr>Updates 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441</cp:revision>
  <dcterms:created xsi:type="dcterms:W3CDTF">2025-04-27T16:26:52Z</dcterms:created>
  <dcterms:modified xsi:type="dcterms:W3CDTF">2026-03-16T22:47:36Z</dcterms:modified>
</cp:coreProperties>
</file>